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3"/>
  </p:notesMasterIdLst>
  <p:sldIdLst>
    <p:sldId id="256" r:id="rId2"/>
  </p:sldIdLst>
  <p:sldSz cx="8999538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050C1"/>
    <a:srgbClr val="EBEAE9"/>
    <a:srgbClr val="F8AEF0"/>
    <a:srgbClr val="418927"/>
    <a:srgbClr val="9EEB81"/>
    <a:srgbClr val="78787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230B36-06AC-4D3C-9E0F-E6A851FE6E19}" v="1" dt="2025-10-06T09:50:16.6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7340" autoAdjust="0"/>
  </p:normalViewPr>
  <p:slideViewPr>
    <p:cSldViewPr snapToGrid="0">
      <p:cViewPr>
        <p:scale>
          <a:sx n="33" d="100"/>
          <a:sy n="33" d="100"/>
        </p:scale>
        <p:origin x="2276" y="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ily Alger" userId="76f5092c-d121-46ae-b2ca-9f7db7604ced" providerId="ADAL" clId="{2C230B36-06AC-4D3C-9E0F-E6A851FE6E19}"/>
    <pc:docChg chg="modSld">
      <pc:chgData name="Emily Alger" userId="76f5092c-d121-46ae-b2ca-9f7db7604ced" providerId="ADAL" clId="{2C230B36-06AC-4D3C-9E0F-E6A851FE6E19}" dt="2025-10-06T09:50:49.684" v="37" actId="1037"/>
      <pc:docMkLst>
        <pc:docMk/>
      </pc:docMkLst>
      <pc:sldChg chg="modSp mod">
        <pc:chgData name="Emily Alger" userId="76f5092c-d121-46ae-b2ca-9f7db7604ced" providerId="ADAL" clId="{2C230B36-06AC-4D3C-9E0F-E6A851FE6E19}" dt="2025-10-06T09:50:49.684" v="37" actId="1037"/>
        <pc:sldMkLst>
          <pc:docMk/>
          <pc:sldMk cId="937826428" sldId="256"/>
        </pc:sldMkLst>
        <pc:spChg chg="mod">
          <ac:chgData name="Emily Alger" userId="76f5092c-d121-46ae-b2ca-9f7db7604ced" providerId="ADAL" clId="{2C230B36-06AC-4D3C-9E0F-E6A851FE6E19}" dt="2025-10-06T09:50:49.684" v="37" actId="1037"/>
          <ac:spMkLst>
            <pc:docMk/>
            <pc:sldMk cId="937826428" sldId="256"/>
            <ac:spMk id="65" creationId="{1391508C-781E-B700-D8CF-6E9C28B60C4B}"/>
          </ac:spMkLst>
        </pc:spChg>
        <pc:spChg chg="mod">
          <ac:chgData name="Emily Alger" userId="76f5092c-d121-46ae-b2ca-9f7db7604ced" providerId="ADAL" clId="{2C230B36-06AC-4D3C-9E0F-E6A851FE6E19}" dt="2025-10-06T09:48:57.120" v="12" actId="20577"/>
          <ac:spMkLst>
            <pc:docMk/>
            <pc:sldMk cId="937826428" sldId="256"/>
            <ac:spMk id="91" creationId="{C5716ACA-3BE0-8D49-725D-11602F81AF89}"/>
          </ac:spMkLst>
        </pc:spChg>
        <pc:spChg chg="mod">
          <ac:chgData name="Emily Alger" userId="76f5092c-d121-46ae-b2ca-9f7db7604ced" providerId="ADAL" clId="{2C230B36-06AC-4D3C-9E0F-E6A851FE6E19}" dt="2025-10-06T09:50:36.880" v="29" actId="255"/>
          <ac:spMkLst>
            <pc:docMk/>
            <pc:sldMk cId="937826428" sldId="256"/>
            <ac:spMk id="94" creationId="{D6C66558-A788-CBCA-B30F-CEA0EBD5E540}"/>
          </ac:spMkLst>
        </pc:spChg>
      </pc:sldChg>
    </pc:docChg>
  </pc:docChgLst>
  <pc:docChgLst>
    <pc:chgData name="Emily Alger" userId="76f5092c-d121-46ae-b2ca-9f7db7604ced" providerId="ADAL" clId="{E78AC1E2-C9C0-4664-80FC-7AAA10329627}"/>
    <pc:docChg chg="undo custSel modSld">
      <pc:chgData name="Emily Alger" userId="76f5092c-d121-46ae-b2ca-9f7db7604ced" providerId="ADAL" clId="{E78AC1E2-C9C0-4664-80FC-7AAA10329627}" dt="2025-09-19T15:14:02.624" v="116" actId="12789"/>
      <pc:docMkLst>
        <pc:docMk/>
      </pc:docMkLst>
      <pc:sldChg chg="modSp mod">
        <pc:chgData name="Emily Alger" userId="76f5092c-d121-46ae-b2ca-9f7db7604ced" providerId="ADAL" clId="{E78AC1E2-C9C0-4664-80FC-7AAA10329627}" dt="2025-09-19T15:14:02.624" v="116" actId="12789"/>
        <pc:sldMkLst>
          <pc:docMk/>
          <pc:sldMk cId="937826428" sldId="256"/>
        </pc:sldMkLst>
        <pc:spChg chg="mod">
          <ac:chgData name="Emily Alger" userId="76f5092c-d121-46ae-b2ca-9f7db7604ced" providerId="ADAL" clId="{E78AC1E2-C9C0-4664-80FC-7AAA10329627}" dt="2025-09-18T15:10:00.165" v="109" actId="1035"/>
          <ac:spMkLst>
            <pc:docMk/>
            <pc:sldMk cId="937826428" sldId="256"/>
            <ac:spMk id="60" creationId="{B342C6D7-76CC-8CB0-4896-CD75B1A49109}"/>
          </ac:spMkLst>
        </pc:spChg>
        <pc:spChg chg="mod">
          <ac:chgData name="Emily Alger" userId="76f5092c-d121-46ae-b2ca-9f7db7604ced" providerId="ADAL" clId="{E78AC1E2-C9C0-4664-80FC-7AAA10329627}" dt="2025-09-19T15:13:37.985" v="113" actId="2711"/>
          <ac:spMkLst>
            <pc:docMk/>
            <pc:sldMk cId="937826428" sldId="256"/>
            <ac:spMk id="62" creationId="{8A1E233E-46EC-8C46-B7E7-12D1AE0F9914}"/>
          </ac:spMkLst>
        </pc:spChg>
        <pc:spChg chg="mod">
          <ac:chgData name="Emily Alger" userId="76f5092c-d121-46ae-b2ca-9f7db7604ced" providerId="ADAL" clId="{E78AC1E2-C9C0-4664-80FC-7AAA10329627}" dt="2025-09-19T15:14:02.624" v="116" actId="12789"/>
          <ac:spMkLst>
            <pc:docMk/>
            <pc:sldMk cId="937826428" sldId="256"/>
            <ac:spMk id="63" creationId="{B8271200-0C62-059A-DCCF-9F3A1B96B466}"/>
          </ac:spMkLst>
        </pc:spChg>
        <pc:spChg chg="mod">
          <ac:chgData name="Emily Alger" userId="76f5092c-d121-46ae-b2ca-9f7db7604ced" providerId="ADAL" clId="{E78AC1E2-C9C0-4664-80FC-7AAA10329627}" dt="2025-09-19T15:13:37.985" v="113" actId="2711"/>
          <ac:spMkLst>
            <pc:docMk/>
            <pc:sldMk cId="937826428" sldId="256"/>
            <ac:spMk id="64" creationId="{4B226893-267B-0C6F-992B-F09B56CF5225}"/>
          </ac:spMkLst>
        </pc:spChg>
        <pc:spChg chg="mod">
          <ac:chgData name="Emily Alger" userId="76f5092c-d121-46ae-b2ca-9f7db7604ced" providerId="ADAL" clId="{E78AC1E2-C9C0-4664-80FC-7AAA10329627}" dt="2025-09-19T15:13:37.985" v="113" actId="2711"/>
          <ac:spMkLst>
            <pc:docMk/>
            <pc:sldMk cId="937826428" sldId="256"/>
            <ac:spMk id="65" creationId="{1391508C-781E-B700-D8CF-6E9C28B60C4B}"/>
          </ac:spMkLst>
        </pc:spChg>
        <pc:spChg chg="mod">
          <ac:chgData name="Emily Alger" userId="76f5092c-d121-46ae-b2ca-9f7db7604ced" providerId="ADAL" clId="{E78AC1E2-C9C0-4664-80FC-7AAA10329627}" dt="2025-09-18T08:38:07.118" v="25" actId="1037"/>
          <ac:spMkLst>
            <pc:docMk/>
            <pc:sldMk cId="937826428" sldId="256"/>
            <ac:spMk id="66" creationId="{892A65F0-3E41-829E-117B-1C8F8268EB3A}"/>
          </ac:spMkLst>
        </pc:spChg>
        <pc:spChg chg="mod">
          <ac:chgData name="Emily Alger" userId="76f5092c-d121-46ae-b2ca-9f7db7604ced" providerId="ADAL" clId="{E78AC1E2-C9C0-4664-80FC-7AAA10329627}" dt="2025-09-18T11:53:35.511" v="58" actId="12789"/>
          <ac:spMkLst>
            <pc:docMk/>
            <pc:sldMk cId="937826428" sldId="256"/>
            <ac:spMk id="70" creationId="{DC56141C-1357-2FA4-23BD-7805A4EF5832}"/>
          </ac:spMkLst>
        </pc:spChg>
        <pc:spChg chg="mod">
          <ac:chgData name="Emily Alger" userId="76f5092c-d121-46ae-b2ca-9f7db7604ced" providerId="ADAL" clId="{E78AC1E2-C9C0-4664-80FC-7AAA10329627}" dt="2025-09-18T15:10:00.165" v="109" actId="1035"/>
          <ac:spMkLst>
            <pc:docMk/>
            <pc:sldMk cId="937826428" sldId="256"/>
            <ac:spMk id="71" creationId="{1309D9FC-4F12-4AFC-3AFB-9E3E836832AF}"/>
          </ac:spMkLst>
        </pc:spChg>
        <pc:spChg chg="mod">
          <ac:chgData name="Emily Alger" userId="76f5092c-d121-46ae-b2ca-9f7db7604ced" providerId="ADAL" clId="{E78AC1E2-C9C0-4664-80FC-7AAA10329627}" dt="2025-09-19T15:13:37.985" v="113" actId="2711"/>
          <ac:spMkLst>
            <pc:docMk/>
            <pc:sldMk cId="937826428" sldId="256"/>
            <ac:spMk id="72" creationId="{DC054E8D-722F-E2DB-16AD-563B50C2D633}"/>
          </ac:spMkLst>
        </pc:spChg>
        <pc:spChg chg="mod">
          <ac:chgData name="Emily Alger" userId="76f5092c-d121-46ae-b2ca-9f7db7604ced" providerId="ADAL" clId="{E78AC1E2-C9C0-4664-80FC-7AAA10329627}" dt="2025-09-18T11:53:54.082" v="61" actId="12789"/>
          <ac:spMkLst>
            <pc:docMk/>
            <pc:sldMk cId="937826428" sldId="256"/>
            <ac:spMk id="73" creationId="{419A478A-2568-3FB8-86ED-9A79C9C4C41B}"/>
          </ac:spMkLst>
        </pc:spChg>
        <pc:spChg chg="mod">
          <ac:chgData name="Emily Alger" userId="76f5092c-d121-46ae-b2ca-9f7db7604ced" providerId="ADAL" clId="{E78AC1E2-C9C0-4664-80FC-7AAA10329627}" dt="2025-09-18T15:10:00.165" v="109" actId="1035"/>
          <ac:spMkLst>
            <pc:docMk/>
            <pc:sldMk cId="937826428" sldId="256"/>
            <ac:spMk id="74" creationId="{96D820E0-412E-8624-5ECB-8030ED34411E}"/>
          </ac:spMkLst>
        </pc:spChg>
        <pc:spChg chg="mod">
          <ac:chgData name="Emily Alger" userId="76f5092c-d121-46ae-b2ca-9f7db7604ced" providerId="ADAL" clId="{E78AC1E2-C9C0-4664-80FC-7AAA10329627}" dt="2025-09-19T15:13:37.985" v="113" actId="2711"/>
          <ac:spMkLst>
            <pc:docMk/>
            <pc:sldMk cId="937826428" sldId="256"/>
            <ac:spMk id="75" creationId="{9FE03D41-F3FF-1290-D82E-0FC564703A7E}"/>
          </ac:spMkLst>
        </pc:spChg>
        <pc:spChg chg="mod">
          <ac:chgData name="Emily Alger" userId="76f5092c-d121-46ae-b2ca-9f7db7604ced" providerId="ADAL" clId="{E78AC1E2-C9C0-4664-80FC-7AAA10329627}" dt="2025-09-19T15:13:37.985" v="113" actId="2711"/>
          <ac:spMkLst>
            <pc:docMk/>
            <pc:sldMk cId="937826428" sldId="256"/>
            <ac:spMk id="76" creationId="{43E91EB6-63F8-9AFB-3951-476D2990F9CB}"/>
          </ac:spMkLst>
        </pc:spChg>
        <pc:spChg chg="mod">
          <ac:chgData name="Emily Alger" userId="76f5092c-d121-46ae-b2ca-9f7db7604ced" providerId="ADAL" clId="{E78AC1E2-C9C0-4664-80FC-7AAA10329627}" dt="2025-09-18T11:53:54.082" v="61" actId="12789"/>
          <ac:spMkLst>
            <pc:docMk/>
            <pc:sldMk cId="937826428" sldId="256"/>
            <ac:spMk id="77" creationId="{05E2D10F-107A-311C-361F-F416304D0122}"/>
          </ac:spMkLst>
        </pc:spChg>
        <pc:spChg chg="mod">
          <ac:chgData name="Emily Alger" userId="76f5092c-d121-46ae-b2ca-9f7db7604ced" providerId="ADAL" clId="{E78AC1E2-C9C0-4664-80FC-7AAA10329627}" dt="2025-09-19T15:14:02.624" v="116" actId="12789"/>
          <ac:spMkLst>
            <pc:docMk/>
            <pc:sldMk cId="937826428" sldId="256"/>
            <ac:spMk id="84" creationId="{AC712D79-67E8-597F-BE6C-CE6E57FF08F8}"/>
          </ac:spMkLst>
        </pc:spChg>
        <pc:spChg chg="mod">
          <ac:chgData name="Emily Alger" userId="76f5092c-d121-46ae-b2ca-9f7db7604ced" providerId="ADAL" clId="{E78AC1E2-C9C0-4664-80FC-7AAA10329627}" dt="2025-09-19T15:14:02.624" v="116" actId="12789"/>
          <ac:spMkLst>
            <pc:docMk/>
            <pc:sldMk cId="937826428" sldId="256"/>
            <ac:spMk id="85" creationId="{D23A598C-DD18-269A-802C-E59A2707CA56}"/>
          </ac:spMkLst>
        </pc:spChg>
        <pc:spChg chg="mod">
          <ac:chgData name="Emily Alger" userId="76f5092c-d121-46ae-b2ca-9f7db7604ced" providerId="ADAL" clId="{E78AC1E2-C9C0-4664-80FC-7AAA10329627}" dt="2025-09-19T15:13:37.985" v="113" actId="2711"/>
          <ac:spMkLst>
            <pc:docMk/>
            <pc:sldMk cId="937826428" sldId="256"/>
            <ac:spMk id="89" creationId="{ABAAA6C1-D85B-87B1-9C02-B05A5E7AAF76}"/>
          </ac:spMkLst>
        </pc:spChg>
        <pc:spChg chg="mod">
          <ac:chgData name="Emily Alger" userId="76f5092c-d121-46ae-b2ca-9f7db7604ced" providerId="ADAL" clId="{E78AC1E2-C9C0-4664-80FC-7AAA10329627}" dt="2025-09-19T15:13:37.985" v="113" actId="2711"/>
          <ac:spMkLst>
            <pc:docMk/>
            <pc:sldMk cId="937826428" sldId="256"/>
            <ac:spMk id="90" creationId="{8B3C0B06-40A4-F865-C400-25A0FFC31CCB}"/>
          </ac:spMkLst>
        </pc:spChg>
        <pc:spChg chg="mod">
          <ac:chgData name="Emily Alger" userId="76f5092c-d121-46ae-b2ca-9f7db7604ced" providerId="ADAL" clId="{E78AC1E2-C9C0-4664-80FC-7AAA10329627}" dt="2025-09-18T11:53:49.553" v="60" actId="12789"/>
          <ac:spMkLst>
            <pc:docMk/>
            <pc:sldMk cId="937826428" sldId="256"/>
            <ac:spMk id="91" creationId="{C5716ACA-3BE0-8D49-725D-11602F81AF89}"/>
          </ac:spMkLst>
        </pc:spChg>
        <pc:spChg chg="mod">
          <ac:chgData name="Emily Alger" userId="76f5092c-d121-46ae-b2ca-9f7db7604ced" providerId="ADAL" clId="{E78AC1E2-C9C0-4664-80FC-7AAA10329627}" dt="2025-09-18T15:10:00.165" v="109" actId="1035"/>
          <ac:spMkLst>
            <pc:docMk/>
            <pc:sldMk cId="937826428" sldId="256"/>
            <ac:spMk id="92" creationId="{E2EE6DC8-685C-F128-8DB8-A9099FBD5D95}"/>
          </ac:spMkLst>
        </pc:spChg>
        <pc:spChg chg="mod">
          <ac:chgData name="Emily Alger" userId="76f5092c-d121-46ae-b2ca-9f7db7604ced" providerId="ADAL" clId="{E78AC1E2-C9C0-4664-80FC-7AAA10329627}" dt="2025-09-19T15:14:02.624" v="116" actId="12789"/>
          <ac:spMkLst>
            <pc:docMk/>
            <pc:sldMk cId="937826428" sldId="256"/>
            <ac:spMk id="94" creationId="{D6C66558-A788-CBCA-B30F-CEA0EBD5E540}"/>
          </ac:spMkLst>
        </pc:spChg>
        <pc:picChg chg="mod">
          <ac:chgData name="Emily Alger" userId="76f5092c-d121-46ae-b2ca-9f7db7604ced" providerId="ADAL" clId="{E78AC1E2-C9C0-4664-80FC-7AAA10329627}" dt="2025-09-18T11:53:35.511" v="58" actId="12789"/>
          <ac:picMkLst>
            <pc:docMk/>
            <pc:sldMk cId="937826428" sldId="256"/>
            <ac:picMk id="44" creationId="{519E5051-693D-8399-D9CD-06BB07A4ECCE}"/>
          </ac:picMkLst>
        </pc:picChg>
        <pc:picChg chg="mod">
          <ac:chgData name="Emily Alger" userId="76f5092c-d121-46ae-b2ca-9f7db7604ced" providerId="ADAL" clId="{E78AC1E2-C9C0-4664-80FC-7AAA10329627}" dt="2025-09-18T11:53:43.848" v="59" actId="12789"/>
          <ac:picMkLst>
            <pc:docMk/>
            <pc:sldMk cId="937826428" sldId="256"/>
            <ac:picMk id="45" creationId="{A39AA56E-C523-E8AF-A4CB-7C460227857B}"/>
          </ac:picMkLst>
        </pc:picChg>
        <pc:picChg chg="mod">
          <ac:chgData name="Emily Alger" userId="76f5092c-d121-46ae-b2ca-9f7db7604ced" providerId="ADAL" clId="{E78AC1E2-C9C0-4664-80FC-7AAA10329627}" dt="2025-09-18T11:53:49.553" v="60" actId="12789"/>
          <ac:picMkLst>
            <pc:docMk/>
            <pc:sldMk cId="937826428" sldId="256"/>
            <ac:picMk id="46" creationId="{9469DC2A-D55A-D6F4-38DA-A98ADB435102}"/>
          </ac:picMkLst>
        </pc:picChg>
        <pc:picChg chg="mod">
          <ac:chgData name="Emily Alger" userId="76f5092c-d121-46ae-b2ca-9f7db7604ced" providerId="ADAL" clId="{E78AC1E2-C9C0-4664-80FC-7AAA10329627}" dt="2025-09-18T11:53:54.082" v="61" actId="12789"/>
          <ac:picMkLst>
            <pc:docMk/>
            <pc:sldMk cId="937826428" sldId="256"/>
            <ac:picMk id="59" creationId="{DC85BF5C-DDE9-3010-AB47-895A64D62D2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426993-066B-4848-8850-0B16CB6DDF3B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1143000"/>
            <a:ext cx="25717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6384BD-ECA0-47CA-B2CA-93189BEFE4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7639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6384BD-ECA0-47CA-B2CA-93189BEFE465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21749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4966" y="1767462"/>
            <a:ext cx="7649607" cy="3759917"/>
          </a:xfrm>
        </p:spPr>
        <p:txBody>
          <a:bodyPr anchor="b"/>
          <a:lstStyle>
            <a:lvl1pPr algn="ctr">
              <a:defRPr sz="590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4942" y="5672376"/>
            <a:ext cx="6749654" cy="2607442"/>
          </a:xfrm>
        </p:spPr>
        <p:txBody>
          <a:bodyPr/>
          <a:lstStyle>
            <a:lvl1pPr marL="0" indent="0" algn="ctr">
              <a:buNone/>
              <a:defRPr sz="2362"/>
            </a:lvl1pPr>
            <a:lvl2pPr marL="449976" indent="0" algn="ctr">
              <a:buNone/>
              <a:defRPr sz="1968"/>
            </a:lvl2pPr>
            <a:lvl3pPr marL="899952" indent="0" algn="ctr">
              <a:buNone/>
              <a:defRPr sz="1772"/>
            </a:lvl3pPr>
            <a:lvl4pPr marL="1349929" indent="0" algn="ctr">
              <a:buNone/>
              <a:defRPr sz="1575"/>
            </a:lvl4pPr>
            <a:lvl5pPr marL="1799905" indent="0" algn="ctr">
              <a:buNone/>
              <a:defRPr sz="1575"/>
            </a:lvl5pPr>
            <a:lvl6pPr marL="2249881" indent="0" algn="ctr">
              <a:buNone/>
              <a:defRPr sz="1575"/>
            </a:lvl6pPr>
            <a:lvl7pPr marL="2699857" indent="0" algn="ctr">
              <a:buNone/>
              <a:defRPr sz="1575"/>
            </a:lvl7pPr>
            <a:lvl8pPr marL="3149834" indent="0" algn="ctr">
              <a:buNone/>
              <a:defRPr sz="1575"/>
            </a:lvl8pPr>
            <a:lvl9pPr marL="3599810" indent="0" algn="ctr">
              <a:buNone/>
              <a:defRPr sz="1575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CCEF4-2ED2-4CC9-8E49-9CFB31B91167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56FE9-4473-4388-860E-AFD9BFE070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2190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CCEF4-2ED2-4CC9-8E49-9CFB31B91167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56FE9-4473-4388-860E-AFD9BFE070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1619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4031" y="2692444"/>
            <a:ext cx="7762102" cy="4492401"/>
          </a:xfrm>
        </p:spPr>
        <p:txBody>
          <a:bodyPr anchor="b"/>
          <a:lstStyle>
            <a:lvl1pPr>
              <a:defRPr sz="590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4031" y="7227345"/>
            <a:ext cx="7762102" cy="2362447"/>
          </a:xfrm>
        </p:spPr>
        <p:txBody>
          <a:bodyPr/>
          <a:lstStyle>
            <a:lvl1pPr marL="0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1pPr>
            <a:lvl2pPr marL="449976" indent="0">
              <a:buNone/>
              <a:defRPr sz="1968">
                <a:solidFill>
                  <a:schemeClr val="tx1">
                    <a:tint val="82000"/>
                  </a:schemeClr>
                </a:solidFill>
              </a:defRPr>
            </a:lvl2pPr>
            <a:lvl3pPr marL="899952" indent="0">
              <a:buNone/>
              <a:defRPr sz="1772">
                <a:solidFill>
                  <a:schemeClr val="tx1">
                    <a:tint val="82000"/>
                  </a:schemeClr>
                </a:solidFill>
              </a:defRPr>
            </a:lvl3pPr>
            <a:lvl4pPr marL="1349929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4pPr>
            <a:lvl5pPr marL="1799905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5pPr>
            <a:lvl6pPr marL="2249881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6pPr>
            <a:lvl7pPr marL="2699857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7pPr>
            <a:lvl8pPr marL="3149834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8pPr>
            <a:lvl9pPr marL="3599810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CCEF4-2ED2-4CC9-8E49-9CFB31B91167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56FE9-4473-4388-860E-AFD9BFE070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5369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8718" y="2874937"/>
            <a:ext cx="3824804" cy="6852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56016" y="2874937"/>
            <a:ext cx="3824804" cy="6852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CCEF4-2ED2-4CC9-8E49-9CFB31B91167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56FE9-4473-4388-860E-AFD9BFE070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2386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0" y="574990"/>
            <a:ext cx="7762102" cy="208745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9891" y="2647443"/>
            <a:ext cx="3807226" cy="1297471"/>
          </a:xfrm>
        </p:spPr>
        <p:txBody>
          <a:bodyPr anchor="b"/>
          <a:lstStyle>
            <a:lvl1pPr marL="0" indent="0">
              <a:buNone/>
              <a:defRPr sz="2362" b="1"/>
            </a:lvl1pPr>
            <a:lvl2pPr marL="449976" indent="0">
              <a:buNone/>
              <a:defRPr sz="1968" b="1"/>
            </a:lvl2pPr>
            <a:lvl3pPr marL="899952" indent="0">
              <a:buNone/>
              <a:defRPr sz="1772" b="1"/>
            </a:lvl3pPr>
            <a:lvl4pPr marL="1349929" indent="0">
              <a:buNone/>
              <a:defRPr sz="1575" b="1"/>
            </a:lvl4pPr>
            <a:lvl5pPr marL="1799905" indent="0">
              <a:buNone/>
              <a:defRPr sz="1575" b="1"/>
            </a:lvl5pPr>
            <a:lvl6pPr marL="2249881" indent="0">
              <a:buNone/>
              <a:defRPr sz="1575" b="1"/>
            </a:lvl6pPr>
            <a:lvl7pPr marL="2699857" indent="0">
              <a:buNone/>
              <a:defRPr sz="1575" b="1"/>
            </a:lvl7pPr>
            <a:lvl8pPr marL="3149834" indent="0">
              <a:buNone/>
              <a:defRPr sz="1575" b="1"/>
            </a:lvl8pPr>
            <a:lvl9pPr marL="3599810" indent="0">
              <a:buNone/>
              <a:defRPr sz="157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891" y="3944914"/>
            <a:ext cx="3807226" cy="5802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56017" y="2647443"/>
            <a:ext cx="3825976" cy="1297471"/>
          </a:xfrm>
        </p:spPr>
        <p:txBody>
          <a:bodyPr anchor="b"/>
          <a:lstStyle>
            <a:lvl1pPr marL="0" indent="0">
              <a:buNone/>
              <a:defRPr sz="2362" b="1"/>
            </a:lvl1pPr>
            <a:lvl2pPr marL="449976" indent="0">
              <a:buNone/>
              <a:defRPr sz="1968" b="1"/>
            </a:lvl2pPr>
            <a:lvl3pPr marL="899952" indent="0">
              <a:buNone/>
              <a:defRPr sz="1772" b="1"/>
            </a:lvl3pPr>
            <a:lvl4pPr marL="1349929" indent="0">
              <a:buNone/>
              <a:defRPr sz="1575" b="1"/>
            </a:lvl4pPr>
            <a:lvl5pPr marL="1799905" indent="0">
              <a:buNone/>
              <a:defRPr sz="1575" b="1"/>
            </a:lvl5pPr>
            <a:lvl6pPr marL="2249881" indent="0">
              <a:buNone/>
              <a:defRPr sz="1575" b="1"/>
            </a:lvl6pPr>
            <a:lvl7pPr marL="2699857" indent="0">
              <a:buNone/>
              <a:defRPr sz="1575" b="1"/>
            </a:lvl7pPr>
            <a:lvl8pPr marL="3149834" indent="0">
              <a:buNone/>
              <a:defRPr sz="1575" b="1"/>
            </a:lvl8pPr>
            <a:lvl9pPr marL="3599810" indent="0">
              <a:buNone/>
              <a:defRPr sz="157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56017" y="3944914"/>
            <a:ext cx="3825976" cy="5802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CCEF4-2ED2-4CC9-8E49-9CFB31B91167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56FE9-4473-4388-860E-AFD9BFE070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4957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CCEF4-2ED2-4CC9-8E49-9CFB31B91167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56FE9-4473-4388-860E-AFD9BFE070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076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CCEF4-2ED2-4CC9-8E49-9CFB31B91167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56FE9-4473-4388-860E-AFD9BFE070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0105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1" y="719984"/>
            <a:ext cx="2902585" cy="2519945"/>
          </a:xfrm>
        </p:spPr>
        <p:txBody>
          <a:bodyPr anchor="b"/>
          <a:lstStyle>
            <a:lvl1pPr>
              <a:defRPr sz="31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5976" y="1554968"/>
            <a:ext cx="4556016" cy="7674832"/>
          </a:xfrm>
        </p:spPr>
        <p:txBody>
          <a:bodyPr/>
          <a:lstStyle>
            <a:lvl1pPr>
              <a:defRPr sz="3149"/>
            </a:lvl1pPr>
            <a:lvl2pPr>
              <a:defRPr sz="2756"/>
            </a:lvl2pPr>
            <a:lvl3pPr>
              <a:defRPr sz="2362"/>
            </a:lvl3pPr>
            <a:lvl4pPr>
              <a:defRPr sz="1968"/>
            </a:lvl4pPr>
            <a:lvl5pPr>
              <a:defRPr sz="1968"/>
            </a:lvl5pPr>
            <a:lvl6pPr>
              <a:defRPr sz="1968"/>
            </a:lvl6pPr>
            <a:lvl7pPr>
              <a:defRPr sz="1968"/>
            </a:lvl7pPr>
            <a:lvl8pPr>
              <a:defRPr sz="1968"/>
            </a:lvl8pPr>
            <a:lvl9pPr>
              <a:defRPr sz="19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891" y="3239929"/>
            <a:ext cx="2902585" cy="6002369"/>
          </a:xfrm>
        </p:spPr>
        <p:txBody>
          <a:bodyPr/>
          <a:lstStyle>
            <a:lvl1pPr marL="0" indent="0">
              <a:buNone/>
              <a:defRPr sz="1575"/>
            </a:lvl1pPr>
            <a:lvl2pPr marL="449976" indent="0">
              <a:buNone/>
              <a:defRPr sz="1378"/>
            </a:lvl2pPr>
            <a:lvl3pPr marL="899952" indent="0">
              <a:buNone/>
              <a:defRPr sz="1181"/>
            </a:lvl3pPr>
            <a:lvl4pPr marL="1349929" indent="0">
              <a:buNone/>
              <a:defRPr sz="984"/>
            </a:lvl4pPr>
            <a:lvl5pPr marL="1799905" indent="0">
              <a:buNone/>
              <a:defRPr sz="984"/>
            </a:lvl5pPr>
            <a:lvl6pPr marL="2249881" indent="0">
              <a:buNone/>
              <a:defRPr sz="984"/>
            </a:lvl6pPr>
            <a:lvl7pPr marL="2699857" indent="0">
              <a:buNone/>
              <a:defRPr sz="984"/>
            </a:lvl7pPr>
            <a:lvl8pPr marL="3149834" indent="0">
              <a:buNone/>
              <a:defRPr sz="984"/>
            </a:lvl8pPr>
            <a:lvl9pPr marL="3599810" indent="0">
              <a:buNone/>
              <a:defRPr sz="98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CCEF4-2ED2-4CC9-8E49-9CFB31B91167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56FE9-4473-4388-860E-AFD9BFE070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1744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1" y="719984"/>
            <a:ext cx="2902585" cy="2519945"/>
          </a:xfrm>
        </p:spPr>
        <p:txBody>
          <a:bodyPr anchor="b"/>
          <a:lstStyle>
            <a:lvl1pPr>
              <a:defRPr sz="31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25976" y="1554968"/>
            <a:ext cx="4556016" cy="7674832"/>
          </a:xfrm>
        </p:spPr>
        <p:txBody>
          <a:bodyPr anchor="t"/>
          <a:lstStyle>
            <a:lvl1pPr marL="0" indent="0">
              <a:buNone/>
              <a:defRPr sz="3149"/>
            </a:lvl1pPr>
            <a:lvl2pPr marL="449976" indent="0">
              <a:buNone/>
              <a:defRPr sz="2756"/>
            </a:lvl2pPr>
            <a:lvl3pPr marL="899952" indent="0">
              <a:buNone/>
              <a:defRPr sz="2362"/>
            </a:lvl3pPr>
            <a:lvl4pPr marL="1349929" indent="0">
              <a:buNone/>
              <a:defRPr sz="1968"/>
            </a:lvl4pPr>
            <a:lvl5pPr marL="1799905" indent="0">
              <a:buNone/>
              <a:defRPr sz="1968"/>
            </a:lvl5pPr>
            <a:lvl6pPr marL="2249881" indent="0">
              <a:buNone/>
              <a:defRPr sz="1968"/>
            </a:lvl6pPr>
            <a:lvl7pPr marL="2699857" indent="0">
              <a:buNone/>
              <a:defRPr sz="1968"/>
            </a:lvl7pPr>
            <a:lvl8pPr marL="3149834" indent="0">
              <a:buNone/>
              <a:defRPr sz="1968"/>
            </a:lvl8pPr>
            <a:lvl9pPr marL="3599810" indent="0">
              <a:buNone/>
              <a:defRPr sz="196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891" y="3239929"/>
            <a:ext cx="2902585" cy="6002369"/>
          </a:xfrm>
        </p:spPr>
        <p:txBody>
          <a:bodyPr/>
          <a:lstStyle>
            <a:lvl1pPr marL="0" indent="0">
              <a:buNone/>
              <a:defRPr sz="1575"/>
            </a:lvl1pPr>
            <a:lvl2pPr marL="449976" indent="0">
              <a:buNone/>
              <a:defRPr sz="1378"/>
            </a:lvl2pPr>
            <a:lvl3pPr marL="899952" indent="0">
              <a:buNone/>
              <a:defRPr sz="1181"/>
            </a:lvl3pPr>
            <a:lvl4pPr marL="1349929" indent="0">
              <a:buNone/>
              <a:defRPr sz="984"/>
            </a:lvl4pPr>
            <a:lvl5pPr marL="1799905" indent="0">
              <a:buNone/>
              <a:defRPr sz="984"/>
            </a:lvl5pPr>
            <a:lvl6pPr marL="2249881" indent="0">
              <a:buNone/>
              <a:defRPr sz="984"/>
            </a:lvl6pPr>
            <a:lvl7pPr marL="2699857" indent="0">
              <a:buNone/>
              <a:defRPr sz="984"/>
            </a:lvl7pPr>
            <a:lvl8pPr marL="3149834" indent="0">
              <a:buNone/>
              <a:defRPr sz="984"/>
            </a:lvl8pPr>
            <a:lvl9pPr marL="3599810" indent="0">
              <a:buNone/>
              <a:defRPr sz="98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CCEF4-2ED2-4CC9-8E49-9CFB31B91167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56FE9-4473-4388-860E-AFD9BFE070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3650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CCEF4-2ED2-4CC9-8E49-9CFB31B91167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56FE9-4473-4388-860E-AFD9BFE070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0517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0295" y="574987"/>
            <a:ext cx="1940525" cy="91523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8719" y="574987"/>
            <a:ext cx="5709082" cy="9152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CCEF4-2ED2-4CC9-8E49-9CFB31B91167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56FE9-4473-4388-860E-AFD9BFE070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8867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8718" y="574990"/>
            <a:ext cx="7762102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8718" y="2874937"/>
            <a:ext cx="7762102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8718" y="10009783"/>
            <a:ext cx="2024896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8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3CCEF4-2ED2-4CC9-8E49-9CFB31B91167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81097" y="10009783"/>
            <a:ext cx="3037344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8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355924" y="10009783"/>
            <a:ext cx="2024896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8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856FE9-4473-4388-860E-AFD9BFE070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0180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899952" rtl="0" eaLnBrk="1" latinLnBrk="0" hangingPunct="1">
        <a:lnSpc>
          <a:spcPct val="90000"/>
        </a:lnSpc>
        <a:spcBef>
          <a:spcPct val="0"/>
        </a:spcBef>
        <a:buNone/>
        <a:defRPr sz="433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4988" indent="-224988" algn="l" defTabSz="899952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2756" kern="1200">
          <a:solidFill>
            <a:schemeClr val="tx1"/>
          </a:solidFill>
          <a:latin typeface="+mn-lt"/>
          <a:ea typeface="+mn-ea"/>
          <a:cs typeface="+mn-cs"/>
        </a:defRPr>
      </a:lvl1pPr>
      <a:lvl2pPr marL="674964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2pPr>
      <a:lvl3pPr marL="1124941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968" kern="1200">
          <a:solidFill>
            <a:schemeClr val="tx1"/>
          </a:solidFill>
          <a:latin typeface="+mn-lt"/>
          <a:ea typeface="+mn-ea"/>
          <a:cs typeface="+mn-cs"/>
        </a:defRPr>
      </a:lvl3pPr>
      <a:lvl4pPr marL="1574917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4pPr>
      <a:lvl5pPr marL="2024893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5pPr>
      <a:lvl6pPr marL="2474869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6pPr>
      <a:lvl7pPr marL="2924846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7pPr>
      <a:lvl8pPr marL="3374822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8pPr>
      <a:lvl9pPr marL="3824798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1pPr>
      <a:lvl2pPr marL="449976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2pPr>
      <a:lvl3pPr marL="899952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3pPr>
      <a:lvl4pPr marL="1349929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4pPr>
      <a:lvl5pPr marL="1799905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5pPr>
      <a:lvl6pPr marL="2249881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6pPr>
      <a:lvl7pPr marL="2699857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7pPr>
      <a:lvl8pPr marL="3149834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8pPr>
      <a:lvl9pPr marL="3599810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62588E22-4119-FA0C-D289-9E1B81E7BEF3}"/>
              </a:ext>
            </a:extLst>
          </p:cNvPr>
          <p:cNvCxnSpPr/>
          <p:nvPr/>
        </p:nvCxnSpPr>
        <p:spPr>
          <a:xfrm>
            <a:off x="-250397" y="7315694"/>
            <a:ext cx="10954512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559C08F0-E8B9-0036-413C-8E5B8118F348}"/>
              </a:ext>
            </a:extLst>
          </p:cNvPr>
          <p:cNvCxnSpPr/>
          <p:nvPr/>
        </p:nvCxnSpPr>
        <p:spPr>
          <a:xfrm>
            <a:off x="-237744" y="5010115"/>
            <a:ext cx="10954512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B851A32F-2781-45D5-7F12-DDA3177D8F97}"/>
              </a:ext>
            </a:extLst>
          </p:cNvPr>
          <p:cNvCxnSpPr/>
          <p:nvPr/>
        </p:nvCxnSpPr>
        <p:spPr>
          <a:xfrm>
            <a:off x="-250397" y="2761020"/>
            <a:ext cx="10954512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6" name="Picture 45">
            <a:extLst>
              <a:ext uri="{FF2B5EF4-FFF2-40B4-BE49-F238E27FC236}">
                <a16:creationId xmlns:a16="http://schemas.microsoft.com/office/drawing/2014/main" id="{9469DC2A-D55A-D6F4-38DA-A98ADB4351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466031" y="5065043"/>
            <a:ext cx="2704696" cy="2158883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DC85BF5C-DDE9-3010-AB47-895A64D62D2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4207542" y="7318569"/>
            <a:ext cx="3221675" cy="2739600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B342C6D7-76CC-8CB0-4896-CD75B1A49109}"/>
              </a:ext>
            </a:extLst>
          </p:cNvPr>
          <p:cNvSpPr txBox="1"/>
          <p:nvPr/>
        </p:nvSpPr>
        <p:spPr>
          <a:xfrm>
            <a:off x="5572359" y="2543722"/>
            <a:ext cx="116794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Ties: 522</a:t>
            </a:r>
            <a:endParaRPr lang="en-GB" b="1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A1E233E-46EC-8C46-B7E7-12D1AE0F9914}"/>
              </a:ext>
            </a:extLst>
          </p:cNvPr>
          <p:cNvSpPr txBox="1"/>
          <p:nvPr/>
        </p:nvSpPr>
        <p:spPr>
          <a:xfrm>
            <a:off x="5572359" y="4808930"/>
            <a:ext cx="116794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Ties: 352</a:t>
            </a:r>
            <a:endParaRPr lang="en-GB" b="1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8271200-0C62-059A-DCCF-9F3A1B96B466}"/>
              </a:ext>
            </a:extLst>
          </p:cNvPr>
          <p:cNvSpPr txBox="1"/>
          <p:nvPr/>
        </p:nvSpPr>
        <p:spPr>
          <a:xfrm>
            <a:off x="5554726" y="10176702"/>
            <a:ext cx="1225015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300" b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2300" b="1" baseline="-250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300" b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36</a:t>
            </a:r>
            <a:endParaRPr lang="en-GB" sz="2300" b="1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B226893-267B-0C6F-992B-F09B56CF5225}"/>
              </a:ext>
            </a:extLst>
          </p:cNvPr>
          <p:cNvSpPr txBox="1"/>
          <p:nvPr/>
        </p:nvSpPr>
        <p:spPr>
          <a:xfrm>
            <a:off x="5572359" y="7131028"/>
            <a:ext cx="116794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Ties: 184</a:t>
            </a:r>
            <a:endParaRPr lang="en-GB" b="1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391508C-781E-B700-D8CF-6E9C28B60C4B}"/>
              </a:ext>
            </a:extLst>
          </p:cNvPr>
          <p:cNvSpPr txBox="1"/>
          <p:nvPr/>
        </p:nvSpPr>
        <p:spPr>
          <a:xfrm>
            <a:off x="7039290" y="229227"/>
            <a:ext cx="1928733" cy="646331"/>
          </a:xfrm>
          <a:prstGeom prst="rect">
            <a:avLst/>
          </a:prstGeom>
          <a:solidFill>
            <a:srgbClr val="FFFFFF"/>
          </a:solidFill>
          <a:ln w="57150">
            <a:solidFill>
              <a:srgbClr val="F8AE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Pairs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favouring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Dose B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92A65F0-3E41-829E-117B-1C8F8268EB3A}"/>
              </a:ext>
            </a:extLst>
          </p:cNvPr>
          <p:cNvSpPr txBox="1"/>
          <p:nvPr/>
        </p:nvSpPr>
        <p:spPr>
          <a:xfrm>
            <a:off x="2960626" y="227546"/>
            <a:ext cx="1928733" cy="646331"/>
          </a:xfrm>
          <a:prstGeom prst="rect">
            <a:avLst/>
          </a:prstGeom>
          <a:solidFill>
            <a:srgbClr val="FFFFFF"/>
          </a:solidFill>
          <a:ln w="57150">
            <a:solidFill>
              <a:srgbClr val="9EEB8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Pairs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favouring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Dose A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C56141C-1357-2FA4-23BD-7805A4EF5832}"/>
              </a:ext>
            </a:extLst>
          </p:cNvPr>
          <p:cNvSpPr txBox="1"/>
          <p:nvPr/>
        </p:nvSpPr>
        <p:spPr>
          <a:xfrm>
            <a:off x="3525683" y="1354542"/>
            <a:ext cx="6992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rgbClr val="4189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264</a:t>
            </a:r>
            <a:endParaRPr lang="en-GB" sz="2400" dirty="0">
              <a:solidFill>
                <a:srgbClr val="4189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309D9FC-4F12-4AFC-3AFB-9E3E836832AF}"/>
              </a:ext>
            </a:extLst>
          </p:cNvPr>
          <p:cNvSpPr txBox="1"/>
          <p:nvPr/>
        </p:nvSpPr>
        <p:spPr>
          <a:xfrm>
            <a:off x="3495766" y="3644914"/>
            <a:ext cx="7590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4189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37</a:t>
            </a:r>
            <a:endParaRPr lang="en-GB" sz="2400" dirty="0">
              <a:solidFill>
                <a:srgbClr val="4189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C054E8D-722F-E2DB-16AD-563B50C2D633}"/>
              </a:ext>
            </a:extLst>
          </p:cNvPr>
          <p:cNvSpPr txBox="1"/>
          <p:nvPr/>
        </p:nvSpPr>
        <p:spPr>
          <a:xfrm>
            <a:off x="3525683" y="5913652"/>
            <a:ext cx="6992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rgbClr val="4189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136</a:t>
            </a:r>
            <a:endParaRPr lang="en-GB" sz="2400" dirty="0">
              <a:solidFill>
                <a:srgbClr val="4189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19A478A-2568-3FB8-86ED-9A79C9C4C41B}"/>
              </a:ext>
            </a:extLst>
          </p:cNvPr>
          <p:cNvSpPr txBox="1"/>
          <p:nvPr/>
        </p:nvSpPr>
        <p:spPr>
          <a:xfrm>
            <a:off x="3611444" y="8457537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rgbClr val="4189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92</a:t>
            </a:r>
            <a:endParaRPr lang="en-GB" sz="2400" dirty="0">
              <a:solidFill>
                <a:srgbClr val="4189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6D820E0-412E-8624-5ECB-8030ED34411E}"/>
              </a:ext>
            </a:extLst>
          </p:cNvPr>
          <p:cNvSpPr txBox="1"/>
          <p:nvPr/>
        </p:nvSpPr>
        <p:spPr>
          <a:xfrm>
            <a:off x="7759460" y="1354542"/>
            <a:ext cx="6799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rgbClr val="D050C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114</a:t>
            </a:r>
            <a:endParaRPr lang="en-GB" sz="2400" dirty="0">
              <a:solidFill>
                <a:srgbClr val="D050C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FE03D41-F3FF-1290-D82E-0FC564703A7E}"/>
              </a:ext>
            </a:extLst>
          </p:cNvPr>
          <p:cNvSpPr txBox="1"/>
          <p:nvPr/>
        </p:nvSpPr>
        <p:spPr>
          <a:xfrm>
            <a:off x="7749842" y="3644914"/>
            <a:ext cx="6992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rgbClr val="D050C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133</a:t>
            </a:r>
            <a:endParaRPr lang="en-GB" sz="2400" dirty="0">
              <a:solidFill>
                <a:srgbClr val="D050C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3E91EB6-63F8-9AFB-3951-476D2990F9CB}"/>
              </a:ext>
            </a:extLst>
          </p:cNvPr>
          <p:cNvSpPr txBox="1"/>
          <p:nvPr/>
        </p:nvSpPr>
        <p:spPr>
          <a:xfrm>
            <a:off x="7835603" y="5913652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rgbClr val="D050C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32</a:t>
            </a:r>
            <a:endParaRPr lang="en-GB" sz="2400" dirty="0">
              <a:solidFill>
                <a:srgbClr val="D050C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5E2D10F-107A-311C-361F-F416304D0122}"/>
              </a:ext>
            </a:extLst>
          </p:cNvPr>
          <p:cNvSpPr txBox="1"/>
          <p:nvPr/>
        </p:nvSpPr>
        <p:spPr>
          <a:xfrm>
            <a:off x="7835603" y="8457537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rgbClr val="D050C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56</a:t>
            </a:r>
            <a:endParaRPr lang="en-GB" sz="2400" dirty="0">
              <a:solidFill>
                <a:srgbClr val="D050C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27A4A748-BB66-ECF3-8B2F-EC50826DA60F}"/>
              </a:ext>
            </a:extLst>
          </p:cNvPr>
          <p:cNvCxnSpPr/>
          <p:nvPr/>
        </p:nvCxnSpPr>
        <p:spPr>
          <a:xfrm>
            <a:off x="-237744" y="9968111"/>
            <a:ext cx="10954512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AC712D79-67E8-597F-BE6C-CE6E57FF08F8}"/>
              </a:ext>
            </a:extLst>
          </p:cNvPr>
          <p:cNvSpPr txBox="1"/>
          <p:nvPr/>
        </p:nvSpPr>
        <p:spPr>
          <a:xfrm>
            <a:off x="7443668" y="10176702"/>
            <a:ext cx="1418978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300" b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2300" b="1" baseline="-250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sz="2300" b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335</a:t>
            </a:r>
            <a:endParaRPr lang="en-GB" sz="2300" b="1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23A598C-DD18-269A-802C-E59A2707CA56}"/>
              </a:ext>
            </a:extLst>
          </p:cNvPr>
          <p:cNvSpPr txBox="1"/>
          <p:nvPr/>
        </p:nvSpPr>
        <p:spPr>
          <a:xfrm>
            <a:off x="3221113" y="10176702"/>
            <a:ext cx="1411348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300" b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2300" b="1" baseline="-250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2300" b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529</a:t>
            </a:r>
            <a:endParaRPr lang="en-GB" sz="2300" b="1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519E5051-693D-8399-D9CD-06BB07A4ECC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4471096" y="505374"/>
            <a:ext cx="2694567" cy="216000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A39AA56E-C523-E8AF-A4CB-7C460227857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4476779" y="2795746"/>
            <a:ext cx="2683200" cy="2160000"/>
          </a:xfrm>
          <a:prstGeom prst="rect">
            <a:avLst/>
          </a:prstGeom>
        </p:spPr>
      </p:pic>
      <p:sp>
        <p:nvSpPr>
          <p:cNvPr id="89" name="TextBox 88">
            <a:extLst>
              <a:ext uri="{FF2B5EF4-FFF2-40B4-BE49-F238E27FC236}">
                <a16:creationId xmlns:a16="http://schemas.microsoft.com/office/drawing/2014/main" id="{ABAAA6C1-D85B-87B1-9C02-B05A5E7AAF76}"/>
              </a:ext>
            </a:extLst>
          </p:cNvPr>
          <p:cNvSpPr txBox="1"/>
          <p:nvPr/>
        </p:nvSpPr>
        <p:spPr>
          <a:xfrm>
            <a:off x="265510" y="1354542"/>
            <a:ext cx="2363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(1) Safety </a:t>
            </a:r>
            <a:endParaRPr lang="en-GB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B3C0B06-40A4-F865-C400-25A0FFC31CCB}"/>
              </a:ext>
            </a:extLst>
          </p:cNvPr>
          <p:cNvSpPr txBox="1"/>
          <p:nvPr/>
        </p:nvSpPr>
        <p:spPr>
          <a:xfrm>
            <a:off x="265510" y="3460248"/>
            <a:ext cx="34751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(2) Preliminary response</a:t>
            </a:r>
            <a:endParaRPr lang="en-GB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5716ACA-3BE0-8D49-725D-11602F81AF89}"/>
              </a:ext>
            </a:extLst>
          </p:cNvPr>
          <p:cNvSpPr txBox="1"/>
          <p:nvPr/>
        </p:nvSpPr>
        <p:spPr>
          <a:xfrm>
            <a:off x="265510" y="5913652"/>
            <a:ext cx="30287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(3a) Dose intensity</a:t>
            </a:r>
            <a:endParaRPr lang="en-GB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2EE6DC8-685C-F128-8DB8-A9099FBD5D95}"/>
              </a:ext>
            </a:extLst>
          </p:cNvPr>
          <p:cNvSpPr txBox="1"/>
          <p:nvPr/>
        </p:nvSpPr>
        <p:spPr>
          <a:xfrm>
            <a:off x="265510" y="8457537"/>
            <a:ext cx="23541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(3b) PROs</a:t>
            </a:r>
            <a:endParaRPr lang="en-GB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7C764446-2433-04E6-DB25-4B924E86EC85}"/>
              </a:ext>
            </a:extLst>
          </p:cNvPr>
          <p:cNvCxnSpPr/>
          <p:nvPr/>
        </p:nvCxnSpPr>
        <p:spPr>
          <a:xfrm>
            <a:off x="-201835" y="10058169"/>
            <a:ext cx="10954512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D6C66558-A788-CBCA-B30F-CEA0EBD5E540}"/>
              </a:ext>
            </a:extLst>
          </p:cNvPr>
          <p:cNvSpPr txBox="1"/>
          <p:nvPr/>
        </p:nvSpPr>
        <p:spPr>
          <a:xfrm>
            <a:off x="-2484" y="10007425"/>
            <a:ext cx="3102131" cy="72327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300" b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 = 0.63</a:t>
            </a:r>
          </a:p>
          <a:p>
            <a:r>
              <a:rPr lang="en-US" b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95% CI [0.34, 1.18] , p=0.15</a:t>
            </a:r>
            <a:endParaRPr lang="en-GB" b="1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7826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109</TotalTime>
  <Words>68</Words>
  <Application>Microsoft Office PowerPoint</Application>
  <PresentationFormat>Custom</PresentationFormat>
  <Paragraphs>25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Emily Alger</dc:creator>
  <cp:lastModifiedBy>Emily Alger</cp:lastModifiedBy>
  <cp:revision>1</cp:revision>
  <dcterms:created xsi:type="dcterms:W3CDTF">2025-09-17T13:36:23Z</dcterms:created>
  <dcterms:modified xsi:type="dcterms:W3CDTF">2025-10-06T09:50:56Z</dcterms:modified>
</cp:coreProperties>
</file>