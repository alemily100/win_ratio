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3FF96"/>
    <a:srgbClr val="D9FFBB"/>
    <a:srgbClr val="D0F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368B90-B6A6-459E-99D2-4AF45711C281}" v="439" dt="2025-09-17T14:03:11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Alger" userId="76f5092c-d121-46ae-b2ca-9f7db7604ced" providerId="ADAL" clId="{B2368B90-B6A6-459E-99D2-4AF45711C281}"/>
    <pc:docChg chg="undo custSel addSld delSld modSld">
      <pc:chgData name="Emily Alger" userId="76f5092c-d121-46ae-b2ca-9f7db7604ced" providerId="ADAL" clId="{B2368B90-B6A6-459E-99D2-4AF45711C281}" dt="2025-09-18T11:48:13.324" v="1122" actId="14100"/>
      <pc:docMkLst>
        <pc:docMk/>
      </pc:docMkLst>
      <pc:sldChg chg="modSp mod">
        <pc:chgData name="Emily Alger" userId="76f5092c-d121-46ae-b2ca-9f7db7604ced" providerId="ADAL" clId="{B2368B90-B6A6-459E-99D2-4AF45711C281}" dt="2025-09-17T13:00:40.481" v="13" actId="1076"/>
        <pc:sldMkLst>
          <pc:docMk/>
          <pc:sldMk cId="379679666" sldId="256"/>
        </pc:sldMkLst>
        <pc:spChg chg="mod">
          <ac:chgData name="Emily Alger" userId="76f5092c-d121-46ae-b2ca-9f7db7604ced" providerId="ADAL" clId="{B2368B90-B6A6-459E-99D2-4AF45711C281}" dt="2025-09-17T13:00:35.808" v="12" actId="339"/>
          <ac:spMkLst>
            <pc:docMk/>
            <pc:sldMk cId="379679666" sldId="256"/>
            <ac:spMk id="4" creationId="{A7FEA9E8-A3D8-95B7-A2A4-C6712335F78E}"/>
          </ac:spMkLst>
        </pc:spChg>
        <pc:spChg chg="mod">
          <ac:chgData name="Emily Alger" userId="76f5092c-d121-46ae-b2ca-9f7db7604ced" providerId="ADAL" clId="{B2368B90-B6A6-459E-99D2-4AF45711C281}" dt="2025-09-17T13:00:35.808" v="12" actId="339"/>
          <ac:spMkLst>
            <pc:docMk/>
            <pc:sldMk cId="379679666" sldId="256"/>
            <ac:spMk id="5" creationId="{D331EDF3-5E3F-B5B2-8B65-2E01B300431D}"/>
          </ac:spMkLst>
        </pc:spChg>
        <pc:spChg chg="mod">
          <ac:chgData name="Emily Alger" userId="76f5092c-d121-46ae-b2ca-9f7db7604ced" providerId="ADAL" clId="{B2368B90-B6A6-459E-99D2-4AF45711C281}" dt="2025-09-17T13:00:35.808" v="12" actId="339"/>
          <ac:spMkLst>
            <pc:docMk/>
            <pc:sldMk cId="379679666" sldId="256"/>
            <ac:spMk id="6" creationId="{50DFBFE7-F5C1-3316-D542-EC25FD0B38C9}"/>
          </ac:spMkLst>
        </pc:spChg>
        <pc:spChg chg="mod">
          <ac:chgData name="Emily Alger" userId="76f5092c-d121-46ae-b2ca-9f7db7604ced" providerId="ADAL" clId="{B2368B90-B6A6-459E-99D2-4AF45711C281}" dt="2025-09-17T13:00:35.808" v="12" actId="339"/>
          <ac:spMkLst>
            <pc:docMk/>
            <pc:sldMk cId="379679666" sldId="256"/>
            <ac:spMk id="7" creationId="{EC7FF8B9-4101-AF5A-81AB-63DAE6B31F75}"/>
          </ac:spMkLst>
        </pc:spChg>
        <pc:spChg chg="mod">
          <ac:chgData name="Emily Alger" userId="76f5092c-d121-46ae-b2ca-9f7db7604ced" providerId="ADAL" clId="{B2368B90-B6A6-459E-99D2-4AF45711C281}" dt="2025-09-17T13:00:40.481" v="13" actId="1076"/>
          <ac:spMkLst>
            <pc:docMk/>
            <pc:sldMk cId="379679666" sldId="256"/>
            <ac:spMk id="8" creationId="{B7CED2DC-A7D3-9172-29E4-D98B988F981E}"/>
          </ac:spMkLst>
        </pc:spChg>
      </pc:sldChg>
      <pc:sldChg chg="addSp delSp modSp new mod">
        <pc:chgData name="Emily Alger" userId="76f5092c-d121-46ae-b2ca-9f7db7604ced" providerId="ADAL" clId="{B2368B90-B6A6-459E-99D2-4AF45711C281}" dt="2025-09-17T13:03:22.869" v="148" actId="688"/>
        <pc:sldMkLst>
          <pc:docMk/>
          <pc:sldMk cId="1872403159" sldId="258"/>
        </pc:sldMkLst>
        <pc:spChg chg="del">
          <ac:chgData name="Emily Alger" userId="76f5092c-d121-46ae-b2ca-9f7db7604ced" providerId="ADAL" clId="{B2368B90-B6A6-459E-99D2-4AF45711C281}" dt="2025-09-17T13:00:56.487" v="15" actId="478"/>
          <ac:spMkLst>
            <pc:docMk/>
            <pc:sldMk cId="1872403159" sldId="258"/>
            <ac:spMk id="2" creationId="{0E82720B-E96F-653E-AF34-67CB83F02F69}"/>
          </ac:spMkLst>
        </pc:spChg>
        <pc:spChg chg="del">
          <ac:chgData name="Emily Alger" userId="76f5092c-d121-46ae-b2ca-9f7db7604ced" providerId="ADAL" clId="{B2368B90-B6A6-459E-99D2-4AF45711C281}" dt="2025-09-17T13:00:56.487" v="15" actId="478"/>
          <ac:spMkLst>
            <pc:docMk/>
            <pc:sldMk cId="1872403159" sldId="258"/>
            <ac:spMk id="3" creationId="{C1FCE758-A184-87B2-DDEF-667B2764D8F7}"/>
          </ac:spMkLst>
        </pc:spChg>
        <pc:spChg chg="add mod">
          <ac:chgData name="Emily Alger" userId="76f5092c-d121-46ae-b2ca-9f7db7604ced" providerId="ADAL" clId="{B2368B90-B6A6-459E-99D2-4AF45711C281}" dt="2025-09-17T13:03:22.869" v="148" actId="688"/>
          <ac:spMkLst>
            <pc:docMk/>
            <pc:sldMk cId="1872403159" sldId="258"/>
            <ac:spMk id="9" creationId="{73325EA7-212E-1833-3098-C0373B40D2E6}"/>
          </ac:spMkLst>
        </pc:spChg>
        <pc:graphicFrameChg chg="add mod modGraphic">
          <ac:chgData name="Emily Alger" userId="76f5092c-d121-46ae-b2ca-9f7db7604ced" providerId="ADAL" clId="{B2368B90-B6A6-459E-99D2-4AF45711C281}" dt="2025-09-17T13:02:04.580" v="84" actId="20577"/>
          <ac:graphicFrameMkLst>
            <pc:docMk/>
            <pc:sldMk cId="1872403159" sldId="258"/>
            <ac:graphicFrameMk id="5" creationId="{CE069788-D618-DB6D-9358-9641EFAF99A3}"/>
          </ac:graphicFrameMkLst>
        </pc:graphicFrameChg>
        <pc:graphicFrameChg chg="add del mod">
          <ac:chgData name="Emily Alger" userId="76f5092c-d121-46ae-b2ca-9f7db7604ced" providerId="ADAL" clId="{B2368B90-B6A6-459E-99D2-4AF45711C281}" dt="2025-09-17T13:01:35.354" v="49" actId="478"/>
          <ac:graphicFrameMkLst>
            <pc:docMk/>
            <pc:sldMk cId="1872403159" sldId="258"/>
            <ac:graphicFrameMk id="6" creationId="{D4637736-7FA9-D293-0140-5E0CFBE5D37B}"/>
          </ac:graphicFrameMkLst>
        </pc:graphicFrameChg>
        <pc:picChg chg="add mod">
          <ac:chgData name="Emily Alger" userId="76f5092c-d121-46ae-b2ca-9f7db7604ced" providerId="ADAL" clId="{B2368B90-B6A6-459E-99D2-4AF45711C281}" dt="2025-09-17T13:01:13.621" v="42" actId="339"/>
          <ac:picMkLst>
            <pc:docMk/>
            <pc:sldMk cId="1872403159" sldId="258"/>
            <ac:picMk id="4" creationId="{FA1E3BCB-B1A0-F88C-8515-0A658D655BED}"/>
          </ac:picMkLst>
        </pc:picChg>
        <pc:picChg chg="add mod">
          <ac:chgData name="Emily Alger" userId="76f5092c-d121-46ae-b2ca-9f7db7604ced" providerId="ADAL" clId="{B2368B90-B6A6-459E-99D2-4AF45711C281}" dt="2025-09-17T13:01:52.276" v="80" actId="339"/>
          <ac:picMkLst>
            <pc:docMk/>
            <pc:sldMk cId="1872403159" sldId="258"/>
            <ac:picMk id="7" creationId="{7D6B723F-7D4D-18A2-7741-104A64E1A10D}"/>
          </ac:picMkLst>
        </pc:picChg>
        <pc:picChg chg="add mod">
          <ac:chgData name="Emily Alger" userId="76f5092c-d121-46ae-b2ca-9f7db7604ced" providerId="ADAL" clId="{B2368B90-B6A6-459E-99D2-4AF45711C281}" dt="2025-09-17T13:02:51.186" v="141" actId="339"/>
          <ac:picMkLst>
            <pc:docMk/>
            <pc:sldMk cId="1872403159" sldId="258"/>
            <ac:picMk id="8" creationId="{7D15B059-07A5-C42F-5145-C8925F6D6CFD}"/>
          </ac:picMkLst>
        </pc:picChg>
      </pc:sldChg>
      <pc:sldChg chg="addSp delSp modSp new mod">
        <pc:chgData name="Emily Alger" userId="76f5092c-d121-46ae-b2ca-9f7db7604ced" providerId="ADAL" clId="{B2368B90-B6A6-459E-99D2-4AF45711C281}" dt="2025-09-17T13:32:55.463" v="873" actId="14734"/>
        <pc:sldMkLst>
          <pc:docMk/>
          <pc:sldMk cId="2283380877" sldId="259"/>
        </pc:sldMkLst>
        <pc:spChg chg="del">
          <ac:chgData name="Emily Alger" userId="76f5092c-d121-46ae-b2ca-9f7db7604ced" providerId="ADAL" clId="{B2368B90-B6A6-459E-99D2-4AF45711C281}" dt="2025-09-17T13:05:01.941" v="150" actId="478"/>
          <ac:spMkLst>
            <pc:docMk/>
            <pc:sldMk cId="2283380877" sldId="259"/>
            <ac:spMk id="2" creationId="{A3ACC929-0202-FFF8-3B8A-63D74BADCEE3}"/>
          </ac:spMkLst>
        </pc:spChg>
        <pc:spChg chg="del">
          <ac:chgData name="Emily Alger" userId="76f5092c-d121-46ae-b2ca-9f7db7604ced" providerId="ADAL" clId="{B2368B90-B6A6-459E-99D2-4AF45711C281}" dt="2025-09-17T13:05:01.941" v="150" actId="478"/>
          <ac:spMkLst>
            <pc:docMk/>
            <pc:sldMk cId="2283380877" sldId="259"/>
            <ac:spMk id="3" creationId="{8638D954-F494-7E61-C274-18B638617B51}"/>
          </ac:spMkLst>
        </pc:spChg>
        <pc:graphicFrameChg chg="add mod modGraphic">
          <ac:chgData name="Emily Alger" userId="76f5092c-d121-46ae-b2ca-9f7db7604ced" providerId="ADAL" clId="{B2368B90-B6A6-459E-99D2-4AF45711C281}" dt="2025-09-17T13:32:55.463" v="873" actId="14734"/>
          <ac:graphicFrameMkLst>
            <pc:docMk/>
            <pc:sldMk cId="2283380877" sldId="259"/>
            <ac:graphicFrameMk id="4" creationId="{881FDBCA-6D50-588D-B4F7-47FE7161C49C}"/>
          </ac:graphicFrameMkLst>
        </pc:graphicFrameChg>
        <pc:graphicFrameChg chg="add mod">
          <ac:chgData name="Emily Alger" userId="76f5092c-d121-46ae-b2ca-9f7db7604ced" providerId="ADAL" clId="{B2368B90-B6A6-459E-99D2-4AF45711C281}" dt="2025-09-17T13:10:17.801" v="228" actId="572"/>
          <ac:graphicFrameMkLst>
            <pc:docMk/>
            <pc:sldMk cId="2283380877" sldId="259"/>
            <ac:graphicFrameMk id="5" creationId="{0BCF8690-7FCF-5851-D915-190EB021FA16}"/>
          </ac:graphicFrameMkLst>
        </pc:graphicFrameChg>
        <pc:graphicFrameChg chg="add del mod">
          <ac:chgData name="Emily Alger" userId="76f5092c-d121-46ae-b2ca-9f7db7604ced" providerId="ADAL" clId="{B2368B90-B6A6-459E-99D2-4AF45711C281}" dt="2025-09-17T13:15:40.816" v="396" actId="478"/>
          <ac:graphicFrameMkLst>
            <pc:docMk/>
            <pc:sldMk cId="2283380877" sldId="259"/>
            <ac:graphicFrameMk id="6" creationId="{24F22A0F-C298-02E5-2F5A-3F5F1F4F0581}"/>
          </ac:graphicFrameMkLst>
        </pc:graphicFrameChg>
        <pc:graphicFrameChg chg="add mod">
          <ac:chgData name="Emily Alger" userId="76f5092c-d121-46ae-b2ca-9f7db7604ced" providerId="ADAL" clId="{B2368B90-B6A6-459E-99D2-4AF45711C281}" dt="2025-09-17T13:10:27.868" v="231"/>
          <ac:graphicFrameMkLst>
            <pc:docMk/>
            <pc:sldMk cId="2283380877" sldId="259"/>
            <ac:graphicFrameMk id="7" creationId="{5C2EB74B-9F69-D922-30C3-3CB51A47F073}"/>
          </ac:graphicFrameMkLst>
        </pc:graphicFrameChg>
        <pc:graphicFrameChg chg="add del mod">
          <ac:chgData name="Emily Alger" userId="76f5092c-d121-46ae-b2ca-9f7db7604ced" providerId="ADAL" clId="{B2368B90-B6A6-459E-99D2-4AF45711C281}" dt="2025-09-17T13:11:20.747" v="247" actId="478"/>
          <ac:graphicFrameMkLst>
            <pc:docMk/>
            <pc:sldMk cId="2283380877" sldId="259"/>
            <ac:graphicFrameMk id="8" creationId="{3746C465-E387-A15B-40B4-661D6851EA9F}"/>
          </ac:graphicFrameMkLst>
        </pc:graphicFrameChg>
        <pc:graphicFrameChg chg="add del mod modGraphic">
          <ac:chgData name="Emily Alger" userId="76f5092c-d121-46ae-b2ca-9f7db7604ced" providerId="ADAL" clId="{B2368B90-B6A6-459E-99D2-4AF45711C281}" dt="2025-09-17T13:17:49.699" v="455" actId="478"/>
          <ac:graphicFrameMkLst>
            <pc:docMk/>
            <pc:sldMk cId="2283380877" sldId="259"/>
            <ac:graphicFrameMk id="10" creationId="{1F563C58-CD02-E59D-FBB9-D28E78E42803}"/>
          </ac:graphicFrameMkLst>
        </pc:graphicFrameChg>
        <pc:graphicFrameChg chg="add del mod modGraphic">
          <ac:chgData name="Emily Alger" userId="76f5092c-d121-46ae-b2ca-9f7db7604ced" providerId="ADAL" clId="{B2368B90-B6A6-459E-99D2-4AF45711C281}" dt="2025-09-17T13:20:59.896" v="552" actId="478"/>
          <ac:graphicFrameMkLst>
            <pc:docMk/>
            <pc:sldMk cId="2283380877" sldId="259"/>
            <ac:graphicFrameMk id="11" creationId="{3E470642-9560-E24E-07C1-08E1610DEF15}"/>
          </ac:graphicFrameMkLst>
        </pc:graphicFrameChg>
        <pc:picChg chg="add del mod">
          <ac:chgData name="Emily Alger" userId="76f5092c-d121-46ae-b2ca-9f7db7604ced" providerId="ADAL" clId="{B2368B90-B6A6-459E-99D2-4AF45711C281}" dt="2025-09-17T13:14:10.494" v="350" actId="478"/>
          <ac:picMkLst>
            <pc:docMk/>
            <pc:sldMk cId="2283380877" sldId="259"/>
            <ac:picMk id="9" creationId="{2C97D35B-122C-C721-DF79-53BD17DC551F}"/>
          </ac:picMkLst>
        </pc:picChg>
      </pc:sldChg>
      <pc:sldChg chg="addSp delSp modSp new del mod">
        <pc:chgData name="Emily Alger" userId="76f5092c-d121-46ae-b2ca-9f7db7604ced" providerId="ADAL" clId="{B2368B90-B6A6-459E-99D2-4AF45711C281}" dt="2025-09-17T13:53:19.881" v="975" actId="47"/>
        <pc:sldMkLst>
          <pc:docMk/>
          <pc:sldMk cId="1937434644" sldId="260"/>
        </pc:sldMkLst>
        <pc:spChg chg="del">
          <ac:chgData name="Emily Alger" userId="76f5092c-d121-46ae-b2ca-9f7db7604ced" providerId="ADAL" clId="{B2368B90-B6A6-459E-99D2-4AF45711C281}" dt="2025-09-17T13:12:21.287" v="307" actId="478"/>
          <ac:spMkLst>
            <pc:docMk/>
            <pc:sldMk cId="1937434644" sldId="260"/>
            <ac:spMk id="2" creationId="{36C46FFE-5024-8790-E7BD-099DCF6D6DFB}"/>
          </ac:spMkLst>
        </pc:spChg>
        <pc:spChg chg="del">
          <ac:chgData name="Emily Alger" userId="76f5092c-d121-46ae-b2ca-9f7db7604ced" providerId="ADAL" clId="{B2368B90-B6A6-459E-99D2-4AF45711C281}" dt="2025-09-17T13:12:21.287" v="307" actId="478"/>
          <ac:spMkLst>
            <pc:docMk/>
            <pc:sldMk cId="1937434644" sldId="260"/>
            <ac:spMk id="3" creationId="{F50F0590-4E17-6C5E-7D9D-C5A9A1E95FE4}"/>
          </ac:spMkLst>
        </pc:spChg>
        <pc:graphicFrameChg chg="add mod">
          <ac:chgData name="Emily Alger" userId="76f5092c-d121-46ae-b2ca-9f7db7604ced" providerId="ADAL" clId="{B2368B90-B6A6-459E-99D2-4AF45711C281}" dt="2025-09-17T13:12:22.192" v="308"/>
          <ac:graphicFrameMkLst>
            <pc:docMk/>
            <pc:sldMk cId="1937434644" sldId="260"/>
            <ac:graphicFrameMk id="4" creationId="{928A30E4-624E-D43B-DB13-BD84601BBDD6}"/>
          </ac:graphicFrameMkLst>
        </pc:graphicFrameChg>
        <pc:graphicFrameChg chg="add mod">
          <ac:chgData name="Emily Alger" userId="76f5092c-d121-46ae-b2ca-9f7db7604ced" providerId="ADAL" clId="{B2368B90-B6A6-459E-99D2-4AF45711C281}" dt="2025-09-17T13:18:55.860" v="511"/>
          <ac:graphicFrameMkLst>
            <pc:docMk/>
            <pc:sldMk cId="1937434644" sldId="260"/>
            <ac:graphicFrameMk id="8" creationId="{C8FED83E-B7BA-81AC-DD2E-09D6920F1175}"/>
          </ac:graphicFrameMkLst>
        </pc:graphicFrameChg>
        <pc:graphicFrameChg chg="add mod">
          <ac:chgData name="Emily Alger" userId="76f5092c-d121-46ae-b2ca-9f7db7604ced" providerId="ADAL" clId="{B2368B90-B6A6-459E-99D2-4AF45711C281}" dt="2025-09-17T13:23:29.476" v="644"/>
          <ac:graphicFrameMkLst>
            <pc:docMk/>
            <pc:sldMk cId="1937434644" sldId="260"/>
            <ac:graphicFrameMk id="10" creationId="{047F30FB-F6A5-4261-E01F-413E24D759FC}"/>
          </ac:graphicFrameMkLst>
        </pc:graphicFrameChg>
        <pc:graphicFrameChg chg="add mod">
          <ac:chgData name="Emily Alger" userId="76f5092c-d121-46ae-b2ca-9f7db7604ced" providerId="ADAL" clId="{B2368B90-B6A6-459E-99D2-4AF45711C281}" dt="2025-09-17T13:35:46.943" v="954"/>
          <ac:graphicFrameMkLst>
            <pc:docMk/>
            <pc:sldMk cId="1937434644" sldId="260"/>
            <ac:graphicFrameMk id="15" creationId="{1B17FE38-4B77-419B-91D8-2C2998E77F8D}"/>
          </ac:graphicFrameMkLst>
        </pc:graphicFrameChg>
        <pc:graphicFrameChg chg="add mod">
          <ac:chgData name="Emily Alger" userId="76f5092c-d121-46ae-b2ca-9f7db7604ced" providerId="ADAL" clId="{B2368B90-B6A6-459E-99D2-4AF45711C281}" dt="2025-09-17T13:36:43.878" v="970"/>
          <ac:graphicFrameMkLst>
            <pc:docMk/>
            <pc:sldMk cId="1937434644" sldId="260"/>
            <ac:graphicFrameMk id="17" creationId="{08DE2829-BEB8-429B-6E83-528EF8E10B7E}"/>
          </ac:graphicFrameMkLst>
        </pc:graphicFrameChg>
        <pc:picChg chg="add del mod">
          <ac:chgData name="Emily Alger" userId="76f5092c-d121-46ae-b2ca-9f7db7604ced" providerId="ADAL" clId="{B2368B90-B6A6-459E-99D2-4AF45711C281}" dt="2025-09-17T13:17:00.545" v="426" actId="478"/>
          <ac:picMkLst>
            <pc:docMk/>
            <pc:sldMk cId="1937434644" sldId="260"/>
            <ac:picMk id="5" creationId="{D771EEF8-B451-7887-C386-21B1E9176019}"/>
          </ac:picMkLst>
        </pc:picChg>
        <pc:picChg chg="add del mod">
          <ac:chgData name="Emily Alger" userId="76f5092c-d121-46ae-b2ca-9f7db7604ced" providerId="ADAL" clId="{B2368B90-B6A6-459E-99D2-4AF45711C281}" dt="2025-09-17T13:14:05.859" v="349" actId="478"/>
          <ac:picMkLst>
            <pc:docMk/>
            <pc:sldMk cId="1937434644" sldId="260"/>
            <ac:picMk id="6" creationId="{723247FF-148A-50A1-587A-F0CDD4033B06}"/>
          </ac:picMkLst>
        </pc:picChg>
        <pc:picChg chg="add del mod">
          <ac:chgData name="Emily Alger" userId="76f5092c-d121-46ae-b2ca-9f7db7604ced" providerId="ADAL" clId="{B2368B90-B6A6-459E-99D2-4AF45711C281}" dt="2025-09-17T13:29:30.038" v="787" actId="478"/>
          <ac:picMkLst>
            <pc:docMk/>
            <pc:sldMk cId="1937434644" sldId="260"/>
            <ac:picMk id="7" creationId="{ED1AF08A-CCA6-A227-34E5-9ECAD78BBC38}"/>
          </ac:picMkLst>
        </pc:picChg>
        <pc:picChg chg="add del mod">
          <ac:chgData name="Emily Alger" userId="76f5092c-d121-46ae-b2ca-9f7db7604ced" providerId="ADAL" clId="{B2368B90-B6A6-459E-99D2-4AF45711C281}" dt="2025-09-17T13:29:56.205" v="802" actId="478"/>
          <ac:picMkLst>
            <pc:docMk/>
            <pc:sldMk cId="1937434644" sldId="260"/>
            <ac:picMk id="9" creationId="{00173F8C-F655-66C0-6BAC-1D83A586FF00}"/>
          </ac:picMkLst>
        </pc:picChg>
        <pc:picChg chg="add del mod">
          <ac:chgData name="Emily Alger" userId="76f5092c-d121-46ae-b2ca-9f7db7604ced" providerId="ADAL" clId="{B2368B90-B6A6-459E-99D2-4AF45711C281}" dt="2025-09-17T13:35:41.740" v="952" actId="478"/>
          <ac:picMkLst>
            <pc:docMk/>
            <pc:sldMk cId="1937434644" sldId="260"/>
            <ac:picMk id="11" creationId="{F7BD12C1-6A08-75C1-F965-2AD8FAFC66D5}"/>
          </ac:picMkLst>
        </pc:picChg>
        <pc:picChg chg="add del mod">
          <ac:chgData name="Emily Alger" userId="76f5092c-d121-46ae-b2ca-9f7db7604ced" providerId="ADAL" clId="{B2368B90-B6A6-459E-99D2-4AF45711C281}" dt="2025-09-17T13:35:42.487" v="953" actId="478"/>
          <ac:picMkLst>
            <pc:docMk/>
            <pc:sldMk cId="1937434644" sldId="260"/>
            <ac:picMk id="12" creationId="{5C5B938E-8AC2-D2B9-D049-B06E46967820}"/>
          </ac:picMkLst>
        </pc:picChg>
        <pc:picChg chg="add del mod">
          <ac:chgData name="Emily Alger" userId="76f5092c-d121-46ae-b2ca-9f7db7604ced" providerId="ADAL" clId="{B2368B90-B6A6-459E-99D2-4AF45711C281}" dt="2025-09-17T13:35:41.740" v="952" actId="478"/>
          <ac:picMkLst>
            <pc:docMk/>
            <pc:sldMk cId="1937434644" sldId="260"/>
            <ac:picMk id="13" creationId="{18B58B2E-0561-4A5E-2181-F4050B949FC7}"/>
          </ac:picMkLst>
        </pc:picChg>
        <pc:picChg chg="add del mod">
          <ac:chgData name="Emily Alger" userId="76f5092c-d121-46ae-b2ca-9f7db7604ced" providerId="ADAL" clId="{B2368B90-B6A6-459E-99D2-4AF45711C281}" dt="2025-09-17T13:35:41.740" v="952" actId="478"/>
          <ac:picMkLst>
            <pc:docMk/>
            <pc:sldMk cId="1937434644" sldId="260"/>
            <ac:picMk id="14" creationId="{F82AE2F6-87AF-859C-25AF-0CBE561298C6}"/>
          </ac:picMkLst>
        </pc:picChg>
        <pc:picChg chg="add mod">
          <ac:chgData name="Emily Alger" userId="76f5092c-d121-46ae-b2ca-9f7db7604ced" providerId="ADAL" clId="{B2368B90-B6A6-459E-99D2-4AF45711C281}" dt="2025-09-17T13:36:11.693" v="969" actId="1076"/>
          <ac:picMkLst>
            <pc:docMk/>
            <pc:sldMk cId="1937434644" sldId="260"/>
            <ac:picMk id="16" creationId="{B255878A-1529-93D1-6E96-0B95FB38F14F}"/>
          </ac:picMkLst>
        </pc:picChg>
      </pc:sldChg>
      <pc:sldChg chg="addSp delSp modSp new mod">
        <pc:chgData name="Emily Alger" userId="76f5092c-d121-46ae-b2ca-9f7db7604ced" providerId="ADAL" clId="{B2368B90-B6A6-459E-99D2-4AF45711C281}" dt="2025-09-17T13:33:17.729" v="884"/>
        <pc:sldMkLst>
          <pc:docMk/>
          <pc:sldMk cId="3835520732" sldId="261"/>
        </pc:sldMkLst>
        <pc:spChg chg="del">
          <ac:chgData name="Emily Alger" userId="76f5092c-d121-46ae-b2ca-9f7db7604ced" providerId="ADAL" clId="{B2368B90-B6A6-459E-99D2-4AF45711C281}" dt="2025-09-17T13:18:23.715" v="498" actId="478"/>
          <ac:spMkLst>
            <pc:docMk/>
            <pc:sldMk cId="3835520732" sldId="261"/>
            <ac:spMk id="2" creationId="{1A4CB95C-4310-C6A6-11D8-D1165DEDE314}"/>
          </ac:spMkLst>
        </pc:spChg>
        <pc:spChg chg="del">
          <ac:chgData name="Emily Alger" userId="76f5092c-d121-46ae-b2ca-9f7db7604ced" providerId="ADAL" clId="{B2368B90-B6A6-459E-99D2-4AF45711C281}" dt="2025-09-17T13:18:23.715" v="498" actId="478"/>
          <ac:spMkLst>
            <pc:docMk/>
            <pc:sldMk cId="3835520732" sldId="261"/>
            <ac:spMk id="3" creationId="{382FB2AF-E9D2-FE90-384B-3A382050E554}"/>
          </ac:spMkLst>
        </pc:spChg>
        <pc:graphicFrameChg chg="add mod modGraphic">
          <ac:chgData name="Emily Alger" userId="76f5092c-d121-46ae-b2ca-9f7db7604ced" providerId="ADAL" clId="{B2368B90-B6A6-459E-99D2-4AF45711C281}" dt="2025-09-17T13:33:17.729" v="884"/>
          <ac:graphicFrameMkLst>
            <pc:docMk/>
            <pc:sldMk cId="3835520732" sldId="261"/>
            <ac:graphicFrameMk id="4" creationId="{3DA8645E-B353-3843-A8D2-4C5B5A2F68CD}"/>
          </ac:graphicFrameMkLst>
        </pc:graphicFrameChg>
      </pc:sldChg>
      <pc:sldChg chg="addSp delSp modSp new mod">
        <pc:chgData name="Emily Alger" userId="76f5092c-d121-46ae-b2ca-9f7db7604ced" providerId="ADAL" clId="{B2368B90-B6A6-459E-99D2-4AF45711C281}" dt="2025-09-17T13:33:46.058" v="894"/>
        <pc:sldMkLst>
          <pc:docMk/>
          <pc:sldMk cId="4194822647" sldId="262"/>
        </pc:sldMkLst>
        <pc:spChg chg="del">
          <ac:chgData name="Emily Alger" userId="76f5092c-d121-46ae-b2ca-9f7db7604ced" providerId="ADAL" clId="{B2368B90-B6A6-459E-99D2-4AF45711C281}" dt="2025-09-17T13:21:08.478" v="554" actId="478"/>
          <ac:spMkLst>
            <pc:docMk/>
            <pc:sldMk cId="4194822647" sldId="262"/>
            <ac:spMk id="2" creationId="{27E4CF8E-E584-A0D6-8EBA-51CE9D2E862B}"/>
          </ac:spMkLst>
        </pc:spChg>
        <pc:spChg chg="del">
          <ac:chgData name="Emily Alger" userId="76f5092c-d121-46ae-b2ca-9f7db7604ced" providerId="ADAL" clId="{B2368B90-B6A6-459E-99D2-4AF45711C281}" dt="2025-09-17T13:21:08.478" v="554" actId="478"/>
          <ac:spMkLst>
            <pc:docMk/>
            <pc:sldMk cId="4194822647" sldId="262"/>
            <ac:spMk id="3" creationId="{B54B7590-2045-73FB-A241-C3B6F6C02B3B}"/>
          </ac:spMkLst>
        </pc:spChg>
        <pc:graphicFrameChg chg="add mod modGraphic">
          <ac:chgData name="Emily Alger" userId="76f5092c-d121-46ae-b2ca-9f7db7604ced" providerId="ADAL" clId="{B2368B90-B6A6-459E-99D2-4AF45711C281}" dt="2025-09-17T13:33:46.058" v="894"/>
          <ac:graphicFrameMkLst>
            <pc:docMk/>
            <pc:sldMk cId="4194822647" sldId="262"/>
            <ac:graphicFrameMk id="4" creationId="{C02B2B47-5FB2-6497-7020-C6C6618B0079}"/>
          </ac:graphicFrameMkLst>
        </pc:graphicFrameChg>
      </pc:sldChg>
      <pc:sldChg chg="addSp delSp modSp new mod">
        <pc:chgData name="Emily Alger" userId="76f5092c-d121-46ae-b2ca-9f7db7604ced" providerId="ADAL" clId="{B2368B90-B6A6-459E-99D2-4AF45711C281}" dt="2025-09-17T13:35:31.037" v="951"/>
        <pc:sldMkLst>
          <pc:docMk/>
          <pc:sldMk cId="1150290533" sldId="263"/>
        </pc:sldMkLst>
        <pc:spChg chg="del">
          <ac:chgData name="Emily Alger" userId="76f5092c-d121-46ae-b2ca-9f7db7604ced" providerId="ADAL" clId="{B2368B90-B6A6-459E-99D2-4AF45711C281}" dt="2025-09-17T13:24:28.847" v="673" actId="478"/>
          <ac:spMkLst>
            <pc:docMk/>
            <pc:sldMk cId="1150290533" sldId="263"/>
            <ac:spMk id="2" creationId="{9135844D-BBFA-4B1A-BB15-3B3ADA18CAB8}"/>
          </ac:spMkLst>
        </pc:spChg>
        <pc:spChg chg="del">
          <ac:chgData name="Emily Alger" userId="76f5092c-d121-46ae-b2ca-9f7db7604ced" providerId="ADAL" clId="{B2368B90-B6A6-459E-99D2-4AF45711C281}" dt="2025-09-17T13:24:28.847" v="673" actId="478"/>
          <ac:spMkLst>
            <pc:docMk/>
            <pc:sldMk cId="1150290533" sldId="263"/>
            <ac:spMk id="3" creationId="{F43A8C0A-CD0B-1A43-8FA9-4D5A08F217EF}"/>
          </ac:spMkLst>
        </pc:spChg>
        <pc:graphicFrameChg chg="add mod modGraphic">
          <ac:chgData name="Emily Alger" userId="76f5092c-d121-46ae-b2ca-9f7db7604ced" providerId="ADAL" clId="{B2368B90-B6A6-459E-99D2-4AF45711C281}" dt="2025-09-17T13:35:31.037" v="951"/>
          <ac:graphicFrameMkLst>
            <pc:docMk/>
            <pc:sldMk cId="1150290533" sldId="263"/>
            <ac:graphicFrameMk id="4" creationId="{D6180C87-3351-B7CE-3559-B295AA07FE71}"/>
          </ac:graphicFrameMkLst>
        </pc:graphicFrameChg>
      </pc:sldChg>
      <pc:sldChg chg="addSp delSp modSp new mod">
        <pc:chgData name="Emily Alger" userId="76f5092c-d121-46ae-b2ca-9f7db7604ced" providerId="ADAL" clId="{B2368B90-B6A6-459E-99D2-4AF45711C281}" dt="2025-09-18T11:48:13.324" v="1122" actId="14100"/>
        <pc:sldMkLst>
          <pc:docMk/>
          <pc:sldMk cId="2049625792" sldId="264"/>
        </pc:sldMkLst>
        <pc:spChg chg="del">
          <ac:chgData name="Emily Alger" userId="76f5092c-d121-46ae-b2ca-9f7db7604ced" providerId="ADAL" clId="{B2368B90-B6A6-459E-99D2-4AF45711C281}" dt="2025-09-17T13:47:51.337" v="972" actId="478"/>
          <ac:spMkLst>
            <pc:docMk/>
            <pc:sldMk cId="2049625792" sldId="264"/>
            <ac:spMk id="2" creationId="{4DFFC11F-B9C3-6377-1599-BDDEE42D338E}"/>
          </ac:spMkLst>
        </pc:spChg>
        <pc:spChg chg="del">
          <ac:chgData name="Emily Alger" userId="76f5092c-d121-46ae-b2ca-9f7db7604ced" providerId="ADAL" clId="{B2368B90-B6A6-459E-99D2-4AF45711C281}" dt="2025-09-17T13:47:51.337" v="972" actId="478"/>
          <ac:spMkLst>
            <pc:docMk/>
            <pc:sldMk cId="2049625792" sldId="264"/>
            <ac:spMk id="3" creationId="{3B55BC8D-B56B-6A9C-C310-B0BC96027554}"/>
          </ac:spMkLst>
        </pc:spChg>
        <pc:spChg chg="add mod">
          <ac:chgData name="Emily Alger" userId="76f5092c-d121-46ae-b2ca-9f7db7604ced" providerId="ADAL" clId="{B2368B90-B6A6-459E-99D2-4AF45711C281}" dt="2025-09-17T14:04:52.636" v="1101" actId="1582"/>
          <ac:spMkLst>
            <pc:docMk/>
            <pc:sldMk cId="2049625792" sldId="264"/>
            <ac:spMk id="10" creationId="{24300E46-5C03-8866-F22D-D66431A97FAF}"/>
          </ac:spMkLst>
        </pc:spChg>
        <pc:spChg chg="add mod">
          <ac:chgData name="Emily Alger" userId="76f5092c-d121-46ae-b2ca-9f7db7604ced" providerId="ADAL" clId="{B2368B90-B6A6-459E-99D2-4AF45711C281}" dt="2025-09-17T14:04:25.492" v="1099" actId="1582"/>
          <ac:spMkLst>
            <pc:docMk/>
            <pc:sldMk cId="2049625792" sldId="264"/>
            <ac:spMk id="22" creationId="{16BDC72E-9863-F70B-B85C-D6AA298E3CE6}"/>
          </ac:spMkLst>
        </pc:spChg>
        <pc:picChg chg="add mod">
          <ac:chgData name="Emily Alger" userId="76f5092c-d121-46ae-b2ca-9f7db7604ced" providerId="ADAL" clId="{B2368B90-B6A6-459E-99D2-4AF45711C281}" dt="2025-09-17T13:47:53.724" v="974" actId="1076"/>
          <ac:picMkLst>
            <pc:docMk/>
            <pc:sldMk cId="2049625792" sldId="264"/>
            <ac:picMk id="4" creationId="{2EE5773C-44A9-4732-4246-ECCD18C29672}"/>
          </ac:picMkLst>
        </pc:picChg>
        <pc:picChg chg="add mod ord">
          <ac:chgData name="Emily Alger" userId="76f5092c-d121-46ae-b2ca-9f7db7604ced" providerId="ADAL" clId="{B2368B90-B6A6-459E-99D2-4AF45711C281}" dt="2025-09-18T11:47:55.737" v="1117" actId="166"/>
          <ac:picMkLst>
            <pc:docMk/>
            <pc:sldMk cId="2049625792" sldId="264"/>
            <ac:picMk id="16" creationId="{330EEDB8-43FC-7562-3974-2AE236B16508}"/>
          </ac:picMkLst>
        </pc:picChg>
        <pc:picChg chg="add del mod">
          <ac:chgData name="Emily Alger" userId="76f5092c-d121-46ae-b2ca-9f7db7604ced" providerId="ADAL" clId="{B2368B90-B6A6-459E-99D2-4AF45711C281}" dt="2025-09-17T13:57:57.168" v="1052" actId="21"/>
          <ac:picMkLst>
            <pc:docMk/>
            <pc:sldMk cId="2049625792" sldId="264"/>
            <ac:picMk id="36" creationId="{4983CD1D-54C8-43BB-7924-5097C865DDFD}"/>
          </ac:picMkLst>
        </pc:picChg>
        <pc:cxnChg chg="add mod">
          <ac:chgData name="Emily Alger" userId="76f5092c-d121-46ae-b2ca-9f7db7604ced" providerId="ADAL" clId="{B2368B90-B6A6-459E-99D2-4AF45711C281}" dt="2025-09-17T14:04:52.636" v="1101" actId="1582"/>
          <ac:cxnSpMkLst>
            <pc:docMk/>
            <pc:sldMk cId="2049625792" sldId="264"/>
            <ac:cxnSpMk id="5" creationId="{CBD34CD4-6247-4ED3-1B37-E42AEE22AE01}"/>
          </ac:cxnSpMkLst>
        </pc:cxnChg>
        <pc:cxnChg chg="add mod">
          <ac:chgData name="Emily Alger" userId="76f5092c-d121-46ae-b2ca-9f7db7604ced" providerId="ADAL" clId="{B2368B90-B6A6-459E-99D2-4AF45711C281}" dt="2025-09-17T14:04:52.636" v="1101" actId="1582"/>
          <ac:cxnSpMkLst>
            <pc:docMk/>
            <pc:sldMk cId="2049625792" sldId="264"/>
            <ac:cxnSpMk id="6" creationId="{93082956-265F-3A78-D6A4-96715331A934}"/>
          </ac:cxnSpMkLst>
        </pc:cxnChg>
        <pc:cxnChg chg="add mod">
          <ac:chgData name="Emily Alger" userId="76f5092c-d121-46ae-b2ca-9f7db7604ced" providerId="ADAL" clId="{B2368B90-B6A6-459E-99D2-4AF45711C281}" dt="2025-09-17T14:04:52.636" v="1101" actId="1582"/>
          <ac:cxnSpMkLst>
            <pc:docMk/>
            <pc:sldMk cId="2049625792" sldId="264"/>
            <ac:cxnSpMk id="8" creationId="{91E85901-0C50-C137-F7FE-A9D2B4D1A99C}"/>
          </ac:cxnSpMkLst>
        </pc:cxnChg>
        <pc:cxnChg chg="add mod">
          <ac:chgData name="Emily Alger" userId="76f5092c-d121-46ae-b2ca-9f7db7604ced" providerId="ADAL" clId="{B2368B90-B6A6-459E-99D2-4AF45711C281}" dt="2025-09-18T11:48:13.324" v="1122" actId="14100"/>
          <ac:cxnSpMkLst>
            <pc:docMk/>
            <pc:sldMk cId="2049625792" sldId="264"/>
            <ac:cxnSpMk id="9" creationId="{9B12433A-9B41-288D-4B2E-4CBDEFBA9C4A}"/>
          </ac:cxnSpMkLst>
        </pc:cxnChg>
        <pc:cxnChg chg="add mod">
          <ac:chgData name="Emily Alger" userId="76f5092c-d121-46ae-b2ca-9f7db7604ced" providerId="ADAL" clId="{B2368B90-B6A6-459E-99D2-4AF45711C281}" dt="2025-09-18T11:48:02.473" v="1118" actId="14100"/>
          <ac:cxnSpMkLst>
            <pc:docMk/>
            <pc:sldMk cId="2049625792" sldId="264"/>
            <ac:cxnSpMk id="11" creationId="{6AFBFA2B-4540-1959-3808-E2F6077E4EE9}"/>
          </ac:cxnSpMkLst>
        </pc:cxnChg>
        <pc:cxnChg chg="add mod">
          <ac:chgData name="Emily Alger" userId="76f5092c-d121-46ae-b2ca-9f7db7604ced" providerId="ADAL" clId="{B2368B90-B6A6-459E-99D2-4AF45711C281}" dt="2025-09-18T11:48:05.935" v="1119" actId="14100"/>
          <ac:cxnSpMkLst>
            <pc:docMk/>
            <pc:sldMk cId="2049625792" sldId="264"/>
            <ac:cxnSpMk id="12" creationId="{1742A496-5764-4C08-B37C-BCA25EDA4947}"/>
          </ac:cxnSpMkLst>
        </pc:cxnChg>
        <pc:cxnChg chg="add mod">
          <ac:chgData name="Emily Alger" userId="76f5092c-d121-46ae-b2ca-9f7db7604ced" providerId="ADAL" clId="{B2368B90-B6A6-459E-99D2-4AF45711C281}" dt="2025-09-18T11:48:08.998" v="1120" actId="14100"/>
          <ac:cxnSpMkLst>
            <pc:docMk/>
            <pc:sldMk cId="2049625792" sldId="264"/>
            <ac:cxnSpMk id="13" creationId="{4A7EE420-3C7E-6C8E-090C-4C947817F914}"/>
          </ac:cxnSpMkLst>
        </pc:cxnChg>
        <pc:cxnChg chg="add mod">
          <ac:chgData name="Emily Alger" userId="76f5092c-d121-46ae-b2ca-9f7db7604ced" providerId="ADAL" clId="{B2368B90-B6A6-459E-99D2-4AF45711C281}" dt="2025-09-18T11:48:11.079" v="1121" actId="14100"/>
          <ac:cxnSpMkLst>
            <pc:docMk/>
            <pc:sldMk cId="2049625792" sldId="264"/>
            <ac:cxnSpMk id="14" creationId="{F7E73B7F-8706-A629-8A39-F1A299E26703}"/>
          </ac:cxnSpMkLst>
        </pc:cxnChg>
        <pc:cxnChg chg="mod">
          <ac:chgData name="Emily Alger" userId="76f5092c-d121-46ae-b2ca-9f7db7604ced" providerId="ADAL" clId="{B2368B90-B6A6-459E-99D2-4AF45711C281}" dt="2025-09-17T14:04:52.636" v="1101" actId="1582"/>
          <ac:cxnSpMkLst>
            <pc:docMk/>
            <pc:sldMk cId="2049625792" sldId="264"/>
            <ac:cxnSpMk id="15" creationId="{C541684A-7610-5434-A388-1E1D1EC5267F}"/>
          </ac:cxnSpMkLst>
        </pc:cxnChg>
        <pc:cxnChg chg="add mod ord">
          <ac:chgData name="Emily Alger" userId="76f5092c-d121-46ae-b2ca-9f7db7604ced" providerId="ADAL" clId="{B2368B90-B6A6-459E-99D2-4AF45711C281}" dt="2025-09-18T11:47:51.346" v="1115" actId="14100"/>
          <ac:cxnSpMkLst>
            <pc:docMk/>
            <pc:sldMk cId="2049625792" sldId="264"/>
            <ac:cxnSpMk id="17" creationId="{4E9E9084-7647-F7FA-D395-4C8F442B3FC4}"/>
          </ac:cxnSpMkLst>
        </pc:cxnChg>
        <pc:cxnChg chg="add mod">
          <ac:chgData name="Emily Alger" userId="76f5092c-d121-46ae-b2ca-9f7db7604ced" providerId="ADAL" clId="{B2368B90-B6A6-459E-99D2-4AF45711C281}" dt="2025-09-18T11:47:53.469" v="1116" actId="14100"/>
          <ac:cxnSpMkLst>
            <pc:docMk/>
            <pc:sldMk cId="2049625792" sldId="264"/>
            <ac:cxnSpMk id="21" creationId="{0D0C2B2A-5F0E-4CB9-A369-28BC43648CF8}"/>
          </ac:cxnSpMkLst>
        </pc:cxnChg>
        <pc:cxnChg chg="add mod">
          <ac:chgData name="Emily Alger" userId="76f5092c-d121-46ae-b2ca-9f7db7604ced" providerId="ADAL" clId="{B2368B90-B6A6-459E-99D2-4AF45711C281}" dt="2025-09-17T14:04:25.492" v="1099" actId="1582"/>
          <ac:cxnSpMkLst>
            <pc:docMk/>
            <pc:sldMk cId="2049625792" sldId="264"/>
            <ac:cxnSpMk id="23" creationId="{229E429F-6A42-3A2A-8EB4-7D10C1179623}"/>
          </ac:cxnSpMkLst>
        </pc:cxnChg>
      </pc:sldChg>
      <pc:sldChg chg="addSp delSp modSp new mod">
        <pc:chgData name="Emily Alger" userId="76f5092c-d121-46ae-b2ca-9f7db7604ced" providerId="ADAL" clId="{B2368B90-B6A6-459E-99D2-4AF45711C281}" dt="2025-09-18T11:47:38.649" v="1113" actId="166"/>
        <pc:sldMkLst>
          <pc:docMk/>
          <pc:sldMk cId="3991005827" sldId="265"/>
        </pc:sldMkLst>
        <pc:spChg chg="del">
          <ac:chgData name="Emily Alger" userId="76f5092c-d121-46ae-b2ca-9f7db7604ced" providerId="ADAL" clId="{B2368B90-B6A6-459E-99D2-4AF45711C281}" dt="2025-09-17T13:53:48.038" v="977" actId="478"/>
          <ac:spMkLst>
            <pc:docMk/>
            <pc:sldMk cId="3991005827" sldId="265"/>
            <ac:spMk id="2" creationId="{6134EDD7-5FED-9C39-1F63-B5A08D250EFD}"/>
          </ac:spMkLst>
        </pc:spChg>
        <pc:spChg chg="del">
          <ac:chgData name="Emily Alger" userId="76f5092c-d121-46ae-b2ca-9f7db7604ced" providerId="ADAL" clId="{B2368B90-B6A6-459E-99D2-4AF45711C281}" dt="2025-09-17T13:53:48.038" v="977" actId="478"/>
          <ac:spMkLst>
            <pc:docMk/>
            <pc:sldMk cId="3991005827" sldId="265"/>
            <ac:spMk id="3" creationId="{9D37C190-F2E2-96F3-A80C-96523AACB358}"/>
          </ac:spMkLst>
        </pc:spChg>
        <pc:spChg chg="add mod">
          <ac:chgData name="Emily Alger" userId="76f5092c-d121-46ae-b2ca-9f7db7604ced" providerId="ADAL" clId="{B2368B90-B6A6-459E-99D2-4AF45711C281}" dt="2025-09-17T14:05:21.980" v="1105" actId="208"/>
          <ac:spMkLst>
            <pc:docMk/>
            <pc:sldMk cId="3991005827" sldId="265"/>
            <ac:spMk id="10" creationId="{9DE78105-898B-8193-3CA1-9836A32B02D8}"/>
          </ac:spMkLst>
        </pc:spChg>
        <pc:spChg chg="add mod">
          <ac:chgData name="Emily Alger" userId="76f5092c-d121-46ae-b2ca-9f7db7604ced" providerId="ADAL" clId="{B2368B90-B6A6-459E-99D2-4AF45711C281}" dt="2025-09-17T14:02:19.246" v="1078" actId="1076"/>
          <ac:spMkLst>
            <pc:docMk/>
            <pc:sldMk cId="3991005827" sldId="265"/>
            <ac:spMk id="15" creationId="{C825A6F1-AA60-D4B6-EA0D-F247D2A47031}"/>
          </ac:spMkLst>
        </pc:spChg>
        <pc:spChg chg="add mod">
          <ac:chgData name="Emily Alger" userId="76f5092c-d121-46ae-b2ca-9f7db7604ced" providerId="ADAL" clId="{B2368B90-B6A6-459E-99D2-4AF45711C281}" dt="2025-09-17T14:05:08.695" v="1103" actId="1582"/>
          <ac:spMkLst>
            <pc:docMk/>
            <pc:sldMk cId="3991005827" sldId="265"/>
            <ac:spMk id="17" creationId="{8D491167-118B-E5B9-144F-2B6BB39784A2}"/>
          </ac:spMkLst>
        </pc:spChg>
        <pc:picChg chg="add del mod">
          <ac:chgData name="Emily Alger" userId="76f5092c-d121-46ae-b2ca-9f7db7604ced" providerId="ADAL" clId="{B2368B90-B6A6-459E-99D2-4AF45711C281}" dt="2025-09-17T13:57:28.175" v="1040" actId="478"/>
          <ac:picMkLst>
            <pc:docMk/>
            <pc:sldMk cId="3991005827" sldId="265"/>
            <ac:picMk id="4" creationId="{C86C0798-F33E-2FB9-BBA0-0DD535CDD80C}"/>
          </ac:picMkLst>
        </pc:picChg>
        <pc:picChg chg="add del mod">
          <ac:chgData name="Emily Alger" userId="76f5092c-d121-46ae-b2ca-9f7db7604ced" providerId="ADAL" clId="{B2368B90-B6A6-459E-99D2-4AF45711C281}" dt="2025-09-17T13:58:02.051" v="1054" actId="478"/>
          <ac:picMkLst>
            <pc:docMk/>
            <pc:sldMk cId="3991005827" sldId="265"/>
            <ac:picMk id="8" creationId="{A4C8EEF5-FCC8-89F7-080F-B954715AFE70}"/>
          </ac:picMkLst>
        </pc:picChg>
        <pc:picChg chg="add mod ord">
          <ac:chgData name="Emily Alger" userId="76f5092c-d121-46ae-b2ca-9f7db7604ced" providerId="ADAL" clId="{B2368B90-B6A6-459E-99D2-4AF45711C281}" dt="2025-09-18T11:47:38.649" v="1113" actId="166"/>
          <ac:picMkLst>
            <pc:docMk/>
            <pc:sldMk cId="3991005827" sldId="265"/>
            <ac:picMk id="14" creationId="{5517032F-D08F-3644-3DE8-140361FF0285}"/>
          </ac:picMkLst>
        </pc:picChg>
        <pc:picChg chg="add mod ord">
          <ac:chgData name="Emily Alger" userId="76f5092c-d121-46ae-b2ca-9f7db7604ced" providerId="ADAL" clId="{B2368B90-B6A6-459E-99D2-4AF45711C281}" dt="2025-09-18T11:47:21.804" v="1109" actId="166"/>
          <ac:picMkLst>
            <pc:docMk/>
            <pc:sldMk cId="3991005827" sldId="265"/>
            <ac:picMk id="36" creationId="{4983CD1D-54C8-43BB-7924-5097C865DDFD}"/>
          </ac:picMkLst>
        </pc:picChg>
        <pc:cxnChg chg="add del">
          <ac:chgData name="Emily Alger" userId="76f5092c-d121-46ae-b2ca-9f7db7604ced" providerId="ADAL" clId="{B2368B90-B6A6-459E-99D2-4AF45711C281}" dt="2025-09-17T13:54:38.427" v="984" actId="478"/>
          <ac:cxnSpMkLst>
            <pc:docMk/>
            <pc:sldMk cId="3991005827" sldId="265"/>
            <ac:cxnSpMk id="6" creationId="{1995F25F-5A1C-74D9-F65F-D1FAE5D01858}"/>
          </ac:cxnSpMkLst>
        </pc:cxnChg>
        <pc:cxnChg chg="add del mod">
          <ac:chgData name="Emily Alger" userId="76f5092c-d121-46ae-b2ca-9f7db7604ced" providerId="ADAL" clId="{B2368B90-B6A6-459E-99D2-4AF45711C281}" dt="2025-09-17T13:57:29.133" v="1041" actId="478"/>
          <ac:cxnSpMkLst>
            <pc:docMk/>
            <pc:sldMk cId="3991005827" sldId="265"/>
            <ac:cxnSpMk id="7" creationId="{1A2EF2BC-80D9-1813-0CB8-416BED1AB766}"/>
          </ac:cxnSpMkLst>
        </pc:cxnChg>
        <pc:cxnChg chg="add mod ord">
          <ac:chgData name="Emily Alger" userId="76f5092c-d121-46ae-b2ca-9f7db7604ced" providerId="ADAL" clId="{B2368B90-B6A6-459E-99D2-4AF45711C281}" dt="2025-09-18T11:47:18.222" v="1108" actId="14100"/>
          <ac:cxnSpMkLst>
            <pc:docMk/>
            <pc:sldMk cId="3991005827" sldId="265"/>
            <ac:cxnSpMk id="9" creationId="{202362B0-3D7D-56E7-65DC-F2885FB85BA2}"/>
          </ac:cxnSpMkLst>
        </pc:cxnChg>
        <pc:cxnChg chg="add mod">
          <ac:chgData name="Emily Alger" userId="76f5092c-d121-46ae-b2ca-9f7db7604ced" providerId="ADAL" clId="{B2368B90-B6A6-459E-99D2-4AF45711C281}" dt="2025-09-18T11:47:14.411" v="1107" actId="14100"/>
          <ac:cxnSpMkLst>
            <pc:docMk/>
            <pc:sldMk cId="3991005827" sldId="265"/>
            <ac:cxnSpMk id="11" creationId="{667DD010-FFA6-1A10-F3A8-CAB8A95F3DD3}"/>
          </ac:cxnSpMkLst>
        </pc:cxnChg>
        <pc:cxnChg chg="add mod">
          <ac:chgData name="Emily Alger" userId="76f5092c-d121-46ae-b2ca-9f7db7604ced" providerId="ADAL" clId="{B2368B90-B6A6-459E-99D2-4AF45711C281}" dt="2025-09-17T14:05:21.980" v="1105" actId="208"/>
          <ac:cxnSpMkLst>
            <pc:docMk/>
            <pc:sldMk cId="3991005827" sldId="265"/>
            <ac:cxnSpMk id="13" creationId="{277195B0-6354-B896-AEE2-A78D6E6DA218}"/>
          </ac:cxnSpMkLst>
        </pc:cxnChg>
        <pc:cxnChg chg="add mod">
          <ac:chgData name="Emily Alger" userId="76f5092c-d121-46ae-b2ca-9f7db7604ced" providerId="ADAL" clId="{B2368B90-B6A6-459E-99D2-4AF45711C281}" dt="2025-09-17T14:02:19.246" v="1078" actId="1076"/>
          <ac:cxnSpMkLst>
            <pc:docMk/>
            <pc:sldMk cId="3991005827" sldId="265"/>
            <ac:cxnSpMk id="16" creationId="{681177BE-AF9C-8C10-FE04-193455879FD1}"/>
          </ac:cxnSpMkLst>
        </pc:cxnChg>
        <pc:cxnChg chg="add mod">
          <ac:chgData name="Emily Alger" userId="76f5092c-d121-46ae-b2ca-9f7db7604ced" providerId="ADAL" clId="{B2368B90-B6A6-459E-99D2-4AF45711C281}" dt="2025-09-18T11:47:33.124" v="1111" actId="14100"/>
          <ac:cxnSpMkLst>
            <pc:docMk/>
            <pc:sldMk cId="3991005827" sldId="265"/>
            <ac:cxnSpMk id="18" creationId="{DF64FAFB-F81A-402B-5CEC-33C331743816}"/>
          </ac:cxnSpMkLst>
        </pc:cxnChg>
        <pc:cxnChg chg="add mod ord">
          <ac:chgData name="Emily Alger" userId="76f5092c-d121-46ae-b2ca-9f7db7604ced" providerId="ADAL" clId="{B2368B90-B6A6-459E-99D2-4AF45711C281}" dt="2025-09-18T11:47:37.133" v="1112" actId="14100"/>
          <ac:cxnSpMkLst>
            <pc:docMk/>
            <pc:sldMk cId="3991005827" sldId="265"/>
            <ac:cxnSpMk id="19" creationId="{863CB693-88A8-EFB7-0E63-A188CD257C6F}"/>
          </ac:cxnSpMkLst>
        </pc:cxnChg>
        <pc:cxnChg chg="add mod">
          <ac:chgData name="Emily Alger" userId="76f5092c-d121-46ae-b2ca-9f7db7604ced" providerId="ADAL" clId="{B2368B90-B6A6-459E-99D2-4AF45711C281}" dt="2025-09-17T14:05:08.695" v="1103" actId="1582"/>
          <ac:cxnSpMkLst>
            <pc:docMk/>
            <pc:sldMk cId="3991005827" sldId="265"/>
            <ac:cxnSpMk id="20" creationId="{34921BCF-2AF3-ECF6-2CB5-B9644432DCA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AA9DE-FB54-1305-B4BF-4DBE260D1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98A98-25B2-5DE1-5DEE-1C7C73625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F08C8-2BFB-085E-8FE9-4D6016CC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2FE2-89CD-414B-BA17-D0400F4E738C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5FDD0-5107-D394-ADE5-AE8ED569C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A760F-48A0-9279-F986-6323FA7E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6A582-2624-4B07-A953-A79196EEA5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040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3B9F9-574A-5A9D-8560-C4A77192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C141F-FE6C-9265-7A97-CAA8C3CAC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85623-D33A-0FE0-9D7F-2C4E154A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2FE2-89CD-414B-BA17-D0400F4E738C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8272F-D327-AF2C-31A8-EC8A8F78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1A57E-B060-2B9E-5D5E-C034FF70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6A582-2624-4B07-A953-A79196EEA5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795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C05A-F0D2-2D24-6A21-3528028C2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D305C-0B17-6953-7F17-CF87865A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1AEB5-6FCE-7D98-D713-9679A9FC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2FE2-89CD-414B-BA17-D0400F4E738C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0FC90-5C26-48F6-6955-602359A01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BA25A-EE58-0B67-0B93-472D1F7C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6A582-2624-4B07-A953-A79196EEA5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09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2DD0-94D5-645A-40E6-611781FD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6B8C7-5B12-B62D-8792-3EAD89B2C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5BB54-AB2C-1F38-BE1B-A02EF6424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39646-47DA-1DC8-4AFA-A038D72F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2FE2-89CD-414B-BA17-D0400F4E738C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DC785-4146-5196-6691-36F61D336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738F4-FD3F-5BF5-3E07-CE2C3E2D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6A582-2624-4B07-A953-A79196EEA5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263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8081-9977-66B7-AAAF-5ABDDA21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FD4BC-58F7-E394-33DB-591540D16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504A6-EEE4-842F-11CC-055F446BF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F0EF17-0D46-3A80-133B-942279B06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402A4-874F-EE7B-97CB-E19DA71A7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76B8A2-43FD-8F13-4250-7B6671157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2FE2-89CD-414B-BA17-D0400F4E738C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A5135B-07FA-2F54-F98E-28196D55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D14D89-1D9D-B198-56CD-686CA292A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6A582-2624-4B07-A953-A79196EEA5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456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8DE9A-71A4-E146-A76B-7C0F9637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F9798-814C-0842-853D-7B072D12E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2FE2-89CD-414B-BA17-D0400F4E738C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291BF-24D1-74C2-2539-956B6F54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17ED0-5DC7-5237-EB37-DEE01C232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6A582-2624-4B07-A953-A79196EEA5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082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E78169-136F-8E68-09B3-1FDAABDD2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2FE2-89CD-414B-BA17-D0400F4E738C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4BA93-4501-3CB2-2E33-FC3822C6D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0E352-D121-DD22-B9CC-D091D55D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6A582-2624-4B07-A953-A79196EEA5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74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9A564-2F25-0DE4-C4F8-B2615C292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7DB32-7EFA-0FA1-86BC-BC0041F07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44AB5-BBE6-E8B8-4318-059209144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7B25D-5827-4AB3-5A5D-C454897D5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2FE2-89CD-414B-BA17-D0400F4E738C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F6BD4-9B94-4491-D07A-04512F2F2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C98B4-9261-A2E4-C4E3-200EE6AF9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6A582-2624-4B07-A953-A79196EEA5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70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25674-2AB1-93CF-9874-F979BB43B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413D71-BDB9-D783-AFBC-2D7CDDACF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F11FC-0260-2930-F10E-5B0623D25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20C33-F156-FAD6-B201-B071FCA13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2FE2-89CD-414B-BA17-D0400F4E738C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C4C0F-AB44-A9E9-B324-92B209A7B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05FEC-CB8D-147E-16E2-76C22A918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6A582-2624-4B07-A953-A79196EEA5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907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25474-5D77-8CCC-75C3-DEA2D6EF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F512-E9B4-EC2A-1613-C07CCF0D0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90E4A-F475-B361-9D14-F3FF41741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2FE2-89CD-414B-BA17-D0400F4E738C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6A453-F068-5BFE-B6FD-39C9CED34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AFA80-CD71-6B63-6CAE-3739303DD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6A582-2624-4B07-A953-A79196EEA5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755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3E4ED-68F5-4A06-35BB-8BCD1DFAF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EC5CE-0B8F-7E15-6D20-CDC059166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63C84-89AC-D141-4BEA-B5DBF7D35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D2FE2-89CD-414B-BA17-D0400F4E738C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47D6C-5084-E913-C61C-A2B9C53CA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03E3A-07BC-5B3B-56C5-13EEDFED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6A582-2624-4B07-A953-A79196EEA5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295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A44D2C-EBA7-B36D-D035-453F1AA3A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CC578-5BD4-4189-B250-FE9A40FDF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A6001-1B07-5D9B-86A8-D9F5E6760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D2FE2-89CD-414B-BA17-D0400F4E738C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13272-52EB-C8F3-2B87-E03E5596F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65AD-E883-3230-1FCF-042C65F3D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6A582-2624-4B07-A953-A79196EEA5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341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FEA9E8-A3D8-95B7-A2A4-C6712335F78E}"/>
              </a:ext>
            </a:extLst>
          </p:cNvPr>
          <p:cNvSpPr/>
          <p:nvPr/>
        </p:nvSpPr>
        <p:spPr>
          <a:xfrm>
            <a:off x="5416159" y="3294373"/>
            <a:ext cx="1105200" cy="1105200"/>
          </a:xfrm>
          <a:prstGeom prst="rect">
            <a:avLst/>
          </a:prstGeom>
          <a:noFill/>
          <a:scene3d>
            <a:camera prst="orthographicFront">
              <a:rot lat="2542979" lon="19811327" rev="19582799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31EDF3-5E3F-B5B2-8B65-2E01B300431D}"/>
              </a:ext>
            </a:extLst>
          </p:cNvPr>
          <p:cNvSpPr/>
          <p:nvPr/>
        </p:nvSpPr>
        <p:spPr>
          <a:xfrm>
            <a:off x="5638636" y="2674340"/>
            <a:ext cx="2209800" cy="2209800"/>
          </a:xfrm>
          <a:prstGeom prst="rect">
            <a:avLst/>
          </a:prstGeom>
          <a:noFill/>
          <a:scene3d>
            <a:camera prst="orthographicFront">
              <a:rot lat="2542979" lon="19811327" rev="19582799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DFBFE7-F5C1-3316-D542-EC25FD0B38C9}"/>
              </a:ext>
            </a:extLst>
          </p:cNvPr>
          <p:cNvSpPr/>
          <p:nvPr/>
        </p:nvSpPr>
        <p:spPr>
          <a:xfrm>
            <a:off x="6106797" y="2840347"/>
            <a:ext cx="1105200" cy="1105200"/>
          </a:xfrm>
          <a:prstGeom prst="rect">
            <a:avLst/>
          </a:prstGeom>
          <a:noFill/>
          <a:scene3d>
            <a:camera prst="orthographicFront">
              <a:rot lat="2542979" lon="19811327" rev="19582799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7FF8B9-4101-AF5A-81AB-63DAE6B31F75}"/>
              </a:ext>
            </a:extLst>
          </p:cNvPr>
          <p:cNvSpPr/>
          <p:nvPr/>
        </p:nvSpPr>
        <p:spPr>
          <a:xfrm>
            <a:off x="6265546" y="3610927"/>
            <a:ext cx="1105200" cy="1105200"/>
          </a:xfrm>
          <a:prstGeom prst="rect">
            <a:avLst/>
          </a:prstGeom>
          <a:noFill/>
          <a:scene3d>
            <a:camera prst="orthographicFront">
              <a:rot lat="2542979" lon="19811327" rev="19582799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CED2DC-A7D3-9172-29E4-D98B988F981E}"/>
              </a:ext>
            </a:extLst>
          </p:cNvPr>
          <p:cNvSpPr/>
          <p:nvPr/>
        </p:nvSpPr>
        <p:spPr>
          <a:xfrm>
            <a:off x="6901985" y="3006354"/>
            <a:ext cx="1105200" cy="1105200"/>
          </a:xfrm>
          <a:prstGeom prst="rect">
            <a:avLst/>
          </a:prstGeom>
          <a:noFill/>
          <a:scene3d>
            <a:camera prst="orthographicFront">
              <a:rot lat="2542979" lon="19811327" rev="19582799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F3B2D9-B6D1-9669-0CDB-08FAC8C5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75" y="541901"/>
            <a:ext cx="1538003" cy="6398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0B5E1D-48CF-49F7-42E7-569714D38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933" y="100619"/>
            <a:ext cx="3042168" cy="12680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6660B5-66CD-AF1C-B9CD-093B73860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976" y="100620"/>
            <a:ext cx="1538002" cy="6398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7F00E8-B2A0-AA2F-E859-2E0D6870A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7313" y="726107"/>
            <a:ext cx="1513287" cy="6295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5C1D2F-4A89-E270-EDD9-7A60C462F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569" y="284521"/>
            <a:ext cx="1538002" cy="63980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3B0C1D-C35F-C463-B537-F54F214463DD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4343565" y="3195663"/>
            <a:ext cx="1" cy="1346536"/>
          </a:xfrm>
          <a:prstGeom prst="straightConnector1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FF5DCDE-1F59-6F78-CE0C-52FB885E445B}"/>
              </a:ext>
            </a:extLst>
          </p:cNvPr>
          <p:cNvCxnSpPr>
            <a:cxnSpLocks/>
          </p:cNvCxnSpPr>
          <p:nvPr/>
        </p:nvCxnSpPr>
        <p:spPr>
          <a:xfrm>
            <a:off x="3673430" y="2674340"/>
            <a:ext cx="0" cy="1879333"/>
          </a:xfrm>
          <a:prstGeom prst="straightConnector1">
            <a:avLst/>
          </a:prstGeom>
          <a:ln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ight Brace 15">
            <a:extLst>
              <a:ext uri="{FF2B5EF4-FFF2-40B4-BE49-F238E27FC236}">
                <a16:creationId xmlns:a16="http://schemas.microsoft.com/office/drawing/2014/main" id="{B2F3D914-354B-ED34-44BC-CBEEDE92224E}"/>
              </a:ext>
            </a:extLst>
          </p:cNvPr>
          <p:cNvSpPr/>
          <p:nvPr/>
        </p:nvSpPr>
        <p:spPr>
          <a:xfrm rot="5400000">
            <a:off x="3747240" y="4468389"/>
            <a:ext cx="522515" cy="670134"/>
          </a:xfrm>
          <a:prstGeom prst="rightBrace">
            <a:avLst>
              <a:gd name="adj1" fmla="val 32063"/>
              <a:gd name="adj2" fmla="val 50000"/>
            </a:avLst>
          </a:prstGeom>
          <a:ln>
            <a:solidFill>
              <a:schemeClr val="tx1"/>
            </a:solidFill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0B502F-3E9D-01E6-B917-9EDF9644854B}"/>
              </a:ext>
            </a:extLst>
          </p:cNvPr>
          <p:cNvCxnSpPr>
            <a:cxnSpLocks/>
          </p:cNvCxnSpPr>
          <p:nvPr/>
        </p:nvCxnSpPr>
        <p:spPr>
          <a:xfrm>
            <a:off x="4008497" y="5005942"/>
            <a:ext cx="890" cy="211246"/>
          </a:xfrm>
          <a:prstGeom prst="straightConnector1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7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643DFBB-444F-8135-A7BE-24AD468239F2}"/>
              </a:ext>
            </a:extLst>
          </p:cNvPr>
          <p:cNvSpPr>
            <a:spLocks/>
          </p:cNvSpPr>
          <p:nvPr/>
        </p:nvSpPr>
        <p:spPr>
          <a:xfrm>
            <a:off x="1931717" y="541901"/>
            <a:ext cx="1105200" cy="1105200"/>
          </a:xfrm>
          <a:prstGeom prst="rect">
            <a:avLst/>
          </a:prstGeom>
          <a:solidFill>
            <a:srgbClr val="FF0000"/>
          </a:solidFill>
          <a:scene3d>
            <a:camera prst="orthographicFront">
              <a:rot lat="3127719" lon="18804713" rev="18590767"/>
            </a:camera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164DB2D-2F61-C58E-8215-4E855A14FD1F}"/>
              </a:ext>
            </a:extLst>
          </p:cNvPr>
          <p:cNvGrpSpPr/>
          <p:nvPr/>
        </p:nvGrpSpPr>
        <p:grpSpPr>
          <a:xfrm>
            <a:off x="1199884" y="117791"/>
            <a:ext cx="928853" cy="2430002"/>
            <a:chOff x="3673430" y="2674340"/>
            <a:chExt cx="670136" cy="2542848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ABBC53A-73DF-781A-8362-8ADD2D42E35F}"/>
                </a:ext>
              </a:extLst>
            </p:cNvPr>
            <p:cNvCxnSpPr>
              <a:cxnSpLocks/>
              <a:endCxn id="56" idx="0"/>
            </p:cNvCxnSpPr>
            <p:nvPr/>
          </p:nvCxnSpPr>
          <p:spPr>
            <a:xfrm flipH="1">
              <a:off x="4343565" y="3195663"/>
              <a:ext cx="1" cy="1346536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616633F-8603-A9EE-16DD-88A37FEE24ED}"/>
                </a:ext>
              </a:extLst>
            </p:cNvPr>
            <p:cNvCxnSpPr>
              <a:cxnSpLocks/>
            </p:cNvCxnSpPr>
            <p:nvPr/>
          </p:nvCxnSpPr>
          <p:spPr>
            <a:xfrm>
              <a:off x="3673430" y="2674340"/>
              <a:ext cx="0" cy="187933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Right Brace 55">
              <a:extLst>
                <a:ext uri="{FF2B5EF4-FFF2-40B4-BE49-F238E27FC236}">
                  <a16:creationId xmlns:a16="http://schemas.microsoft.com/office/drawing/2014/main" id="{D3B1FD6E-5C02-5D48-3623-24355B1B4BDE}"/>
                </a:ext>
              </a:extLst>
            </p:cNvPr>
            <p:cNvSpPr/>
            <p:nvPr/>
          </p:nvSpPr>
          <p:spPr>
            <a:xfrm rot="5400000">
              <a:off x="3747240" y="4468389"/>
              <a:ext cx="522515" cy="670134"/>
            </a:xfrm>
            <a:prstGeom prst="rightBrace">
              <a:avLst>
                <a:gd name="adj1" fmla="val 32063"/>
                <a:gd name="adj2" fmla="val 50000"/>
              </a:avLst>
            </a:prstGeom>
            <a:ln>
              <a:solidFill>
                <a:schemeClr val="tx1"/>
              </a:solidFill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FC6F8FA-E9CC-AFBF-20A1-A70F75E5A9CB}"/>
                </a:ext>
              </a:extLst>
            </p:cNvPr>
            <p:cNvCxnSpPr>
              <a:cxnSpLocks/>
            </p:cNvCxnSpPr>
            <p:nvPr/>
          </p:nvCxnSpPr>
          <p:spPr>
            <a:xfrm>
              <a:off x="4008497" y="5005942"/>
              <a:ext cx="890" cy="21124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612B6E24-FCBB-0D08-4395-5E87457DDDF2}"/>
              </a:ext>
            </a:extLst>
          </p:cNvPr>
          <p:cNvSpPr>
            <a:spLocks/>
          </p:cNvSpPr>
          <p:nvPr/>
        </p:nvSpPr>
        <p:spPr>
          <a:xfrm>
            <a:off x="437129" y="799969"/>
            <a:ext cx="1105200" cy="1105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scene3d>
            <a:camera prst="orthographicFront">
              <a:rot lat="3127719" lon="18804713" rev="18590767"/>
            </a:camera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B3B1C3-6373-A19B-E383-27C2BD06C77C}"/>
              </a:ext>
            </a:extLst>
          </p:cNvPr>
          <p:cNvSpPr>
            <a:spLocks/>
          </p:cNvSpPr>
          <p:nvPr/>
        </p:nvSpPr>
        <p:spPr>
          <a:xfrm>
            <a:off x="636136" y="117790"/>
            <a:ext cx="2209800" cy="2209800"/>
          </a:xfrm>
          <a:prstGeom prst="rect">
            <a:avLst/>
          </a:prstGeom>
          <a:noFill/>
          <a:scene3d>
            <a:camera prst="orthographicFront">
              <a:rot lat="3127719" lon="18804713" rev="18590767"/>
            </a:camera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216B1D-4C5F-BA9A-CF8D-12D76DBB76E8}"/>
              </a:ext>
            </a:extLst>
          </p:cNvPr>
          <p:cNvSpPr>
            <a:spLocks/>
          </p:cNvSpPr>
          <p:nvPr/>
        </p:nvSpPr>
        <p:spPr>
          <a:xfrm>
            <a:off x="966147" y="361153"/>
            <a:ext cx="1105200" cy="1105200"/>
          </a:xfrm>
          <a:prstGeom prst="rect">
            <a:avLst/>
          </a:prstGeom>
          <a:noFill/>
          <a:scene3d>
            <a:camera prst="orthographicFront">
              <a:rot lat="3127719" lon="18804713" rev="18590767"/>
            </a:camera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28E6F2-EB65-92AE-3571-381A85014563}"/>
              </a:ext>
            </a:extLst>
          </p:cNvPr>
          <p:cNvSpPr>
            <a:spLocks/>
          </p:cNvSpPr>
          <p:nvPr/>
        </p:nvSpPr>
        <p:spPr>
          <a:xfrm>
            <a:off x="1415399" y="975537"/>
            <a:ext cx="1105200" cy="1105200"/>
          </a:xfrm>
          <a:prstGeom prst="rect">
            <a:avLst/>
          </a:prstGeom>
          <a:noFill/>
          <a:scene3d>
            <a:camera prst="orthographicFront">
              <a:rot lat="3127719" lon="18804713" rev="18590767"/>
            </a:camera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6FC717-349F-AD67-A4CE-98C1EF805B03}"/>
              </a:ext>
            </a:extLst>
          </p:cNvPr>
          <p:cNvSpPr/>
          <p:nvPr/>
        </p:nvSpPr>
        <p:spPr>
          <a:xfrm>
            <a:off x="599854" y="2324100"/>
            <a:ext cx="2209800" cy="2209800"/>
          </a:xfrm>
          <a:prstGeom prst="rect">
            <a:avLst/>
          </a:prstGeom>
          <a:noFill/>
          <a:scene3d>
            <a:camera prst="orthographicFront">
              <a:rot lat="3127719" lon="18804713" rev="18590767"/>
            </a:camera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2FB80F-233C-A1A6-C770-75A9494F9BC8}"/>
              </a:ext>
            </a:extLst>
          </p:cNvPr>
          <p:cNvSpPr/>
          <p:nvPr/>
        </p:nvSpPr>
        <p:spPr>
          <a:xfrm>
            <a:off x="929865" y="2567463"/>
            <a:ext cx="1105200" cy="1105200"/>
          </a:xfrm>
          <a:prstGeom prst="rect">
            <a:avLst/>
          </a:prstGeom>
          <a:noFill/>
          <a:scene3d>
            <a:camera prst="orthographicFront">
              <a:rot lat="3127719" lon="18804713" rev="18590767"/>
            </a:camera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DDB3B7-5B31-8523-8221-941DADA3E4D8}"/>
              </a:ext>
            </a:extLst>
          </p:cNvPr>
          <p:cNvSpPr/>
          <p:nvPr/>
        </p:nvSpPr>
        <p:spPr>
          <a:xfrm>
            <a:off x="1379117" y="3181847"/>
            <a:ext cx="1105200" cy="1105200"/>
          </a:xfrm>
          <a:prstGeom prst="rect">
            <a:avLst/>
          </a:prstGeom>
          <a:noFill/>
          <a:scene3d>
            <a:camera prst="orthographicFront">
              <a:rot lat="3127719" lon="18804713" rev="18590767"/>
            </a:camera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AD5A6B3-B42C-54F0-7B6A-DE69219972EE}"/>
              </a:ext>
            </a:extLst>
          </p:cNvPr>
          <p:cNvSpPr>
            <a:spLocks/>
          </p:cNvSpPr>
          <p:nvPr/>
        </p:nvSpPr>
        <p:spPr>
          <a:xfrm>
            <a:off x="8695466" y="4111988"/>
            <a:ext cx="1105200" cy="1105200"/>
          </a:xfrm>
          <a:prstGeom prst="rect">
            <a:avLst/>
          </a:prstGeom>
          <a:solidFill>
            <a:srgbClr val="FF0000"/>
          </a:solidFill>
          <a:scene3d>
            <a:camera prst="orthographicFront">
              <a:rot lat="3127719" lon="18804713" rev="18590767"/>
            </a:camera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F1BE1AD-F591-21DC-8798-E461B6D2A81B}"/>
              </a:ext>
            </a:extLst>
          </p:cNvPr>
          <p:cNvSpPr>
            <a:spLocks/>
          </p:cNvSpPr>
          <p:nvPr/>
        </p:nvSpPr>
        <p:spPr>
          <a:xfrm>
            <a:off x="8894682" y="3432358"/>
            <a:ext cx="2209800" cy="2209800"/>
          </a:xfrm>
          <a:prstGeom prst="rect">
            <a:avLst/>
          </a:prstGeom>
          <a:noFill/>
          <a:scene3d>
            <a:camera prst="orthographicFront">
              <a:rot lat="3127719" lon="18804713" rev="18590767"/>
            </a:camera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05A5AF-30AE-D60B-770D-1EBA71D2DDCE}"/>
              </a:ext>
            </a:extLst>
          </p:cNvPr>
          <p:cNvSpPr>
            <a:spLocks/>
          </p:cNvSpPr>
          <p:nvPr/>
        </p:nvSpPr>
        <p:spPr>
          <a:xfrm>
            <a:off x="9224693" y="3675721"/>
            <a:ext cx="1105200" cy="1105200"/>
          </a:xfrm>
          <a:prstGeom prst="rect">
            <a:avLst/>
          </a:prstGeom>
          <a:noFill/>
          <a:scene3d>
            <a:camera prst="orthographicFront">
              <a:rot lat="3127719" lon="18804713" rev="18590767"/>
            </a:camera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4BE613A-DFFB-B820-8337-6212D282A50B}"/>
              </a:ext>
            </a:extLst>
          </p:cNvPr>
          <p:cNvSpPr>
            <a:spLocks/>
          </p:cNvSpPr>
          <p:nvPr/>
        </p:nvSpPr>
        <p:spPr>
          <a:xfrm>
            <a:off x="10190263" y="3856469"/>
            <a:ext cx="1105200" cy="1105200"/>
          </a:xfrm>
          <a:prstGeom prst="rect">
            <a:avLst/>
          </a:prstGeom>
          <a:solidFill>
            <a:srgbClr val="FF0000"/>
          </a:solidFill>
          <a:scene3d>
            <a:camera prst="orthographicFront">
              <a:rot lat="3127719" lon="18804713" rev="18590767"/>
            </a:camera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38D2B33-00A3-197C-99A3-86B8813038DD}"/>
              </a:ext>
            </a:extLst>
          </p:cNvPr>
          <p:cNvSpPr>
            <a:spLocks/>
          </p:cNvSpPr>
          <p:nvPr/>
        </p:nvSpPr>
        <p:spPr>
          <a:xfrm>
            <a:off x="9224693" y="3683016"/>
            <a:ext cx="1105200" cy="1105200"/>
          </a:xfrm>
          <a:prstGeom prst="rect">
            <a:avLst/>
          </a:prstGeom>
          <a:solidFill>
            <a:srgbClr val="FF0000"/>
          </a:solidFill>
          <a:scene3d>
            <a:camera prst="orthographicFront">
              <a:rot lat="3127719" lon="18804713" rev="18590767"/>
            </a:camera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265CA1-C65E-686B-0471-5CD2E3B1D0D9}"/>
              </a:ext>
            </a:extLst>
          </p:cNvPr>
          <p:cNvSpPr>
            <a:spLocks/>
          </p:cNvSpPr>
          <p:nvPr/>
        </p:nvSpPr>
        <p:spPr>
          <a:xfrm>
            <a:off x="9661036" y="4291102"/>
            <a:ext cx="1105200" cy="1105200"/>
          </a:xfrm>
          <a:prstGeom prst="rect">
            <a:avLst/>
          </a:prstGeom>
          <a:solidFill>
            <a:srgbClr val="FF0000"/>
          </a:solidFill>
          <a:scene3d>
            <a:camera prst="orthographicFront">
              <a:rot lat="3127719" lon="18804713" rev="18590767"/>
            </a:camera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0A99755-C5E4-6C11-E078-AAC27D42E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611" y="5589922"/>
            <a:ext cx="3054361" cy="126807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E5425E7-AFF4-5B0D-58FF-0768249BA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600" y="449215"/>
            <a:ext cx="2319322" cy="195287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CA5DD09C-2468-5644-40A4-275E6FDC7739}"/>
              </a:ext>
            </a:extLst>
          </p:cNvPr>
          <p:cNvSpPr txBox="1"/>
          <p:nvPr/>
        </p:nvSpPr>
        <p:spPr>
          <a:xfrm>
            <a:off x="7733611" y="328877"/>
            <a:ext cx="16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Favour</a:t>
            </a:r>
            <a:r>
              <a:rPr lang="en-US" dirty="0"/>
              <a:t> Dose B</a:t>
            </a:r>
            <a:endParaRPr lang="en-GB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0BFBECB7-63F3-B9BE-F34E-AD915C5A8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164" y="2345922"/>
            <a:ext cx="2319322" cy="195287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1D9501B-33F7-4FDB-DCFE-EC8306FB1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306" y="4409069"/>
            <a:ext cx="2319322" cy="195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57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1E3BCB-B1A0-F88C-8515-0A658D655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600" y="449215"/>
            <a:ext cx="2319322" cy="1952870"/>
          </a:xfrm>
          <a:prstGeom prst="rect">
            <a:avLst/>
          </a:prstGeom>
          <a:scene3d>
            <a:camera prst="orthographicFront">
              <a:rot lat="1401185" lon="20968493" rev="21087769"/>
            </a:camera>
            <a:lightRig rig="threePt" dir="t"/>
          </a:scene3d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069788-D618-DB6D-9358-9641EFAF9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291227"/>
              </p:ext>
            </p:extLst>
          </p:nvPr>
        </p:nvGraphicFramePr>
        <p:xfrm>
          <a:off x="2870200" y="3593494"/>
          <a:ext cx="3726544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3272">
                  <a:extLst>
                    <a:ext uri="{9D8B030D-6E8A-4147-A177-3AD203B41FA5}">
                      <a16:colId xmlns:a16="http://schemas.microsoft.com/office/drawing/2014/main" val="2470088676"/>
                    </a:ext>
                  </a:extLst>
                </a:gridCol>
                <a:gridCol w="1863272">
                  <a:extLst>
                    <a:ext uri="{9D8B030D-6E8A-4147-A177-3AD203B41FA5}">
                      <a16:colId xmlns:a16="http://schemas.microsoft.com/office/drawing/2014/main" val="2674625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Test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920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89497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D6B723F-7D4D-18A2-7741-104A64E1A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155" y="2825331"/>
            <a:ext cx="3755461" cy="768163"/>
          </a:xfrm>
          <a:prstGeom prst="rect">
            <a:avLst/>
          </a:prstGeom>
          <a:scene3d>
            <a:camera prst="orthographicFront">
              <a:rot lat="916927" lon="17794458" rev="19337306"/>
            </a:camera>
            <a:lightRig rig="threePt" dir="t"/>
          </a:scene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15B059-07A5-C42F-5145-C8925F6D6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35341">
            <a:off x="2290800" y="2211337"/>
            <a:ext cx="3755461" cy="786452"/>
          </a:xfrm>
          <a:prstGeom prst="rect">
            <a:avLst/>
          </a:prstGeom>
          <a:scene3d>
            <a:camera prst="orthographicFront">
              <a:rot lat="881637" lon="18602567" rev="21141230"/>
            </a:camera>
            <a:lightRig rig="threePt" dir="t"/>
          </a:scene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325EA7-212E-1833-3098-C0373B40D2E6}"/>
              </a:ext>
            </a:extLst>
          </p:cNvPr>
          <p:cNvSpPr txBox="1"/>
          <p:nvPr/>
        </p:nvSpPr>
        <p:spPr>
          <a:xfrm rot="463069">
            <a:off x="8371114" y="2455999"/>
            <a:ext cx="56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240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1FDBCA-6D50-588D-B4F7-47FE7161C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742536"/>
              </p:ext>
            </p:extLst>
          </p:nvPr>
        </p:nvGraphicFramePr>
        <p:xfrm>
          <a:off x="1328057" y="701120"/>
          <a:ext cx="5520514" cy="42166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229">
                  <a:extLst>
                    <a:ext uri="{9D8B030D-6E8A-4147-A177-3AD203B41FA5}">
                      <a16:colId xmlns:a16="http://schemas.microsoft.com/office/drawing/2014/main" val="3438912693"/>
                    </a:ext>
                  </a:extLst>
                </a:gridCol>
                <a:gridCol w="1670421">
                  <a:extLst>
                    <a:ext uri="{9D8B030D-6E8A-4147-A177-3AD203B41FA5}">
                      <a16:colId xmlns:a16="http://schemas.microsoft.com/office/drawing/2014/main" val="3664854453"/>
                    </a:ext>
                  </a:extLst>
                </a:gridCol>
                <a:gridCol w="1745432">
                  <a:extLst>
                    <a:ext uri="{9D8B030D-6E8A-4147-A177-3AD203B41FA5}">
                      <a16:colId xmlns:a16="http://schemas.microsoft.com/office/drawing/2014/main" val="2534323452"/>
                    </a:ext>
                  </a:extLst>
                </a:gridCol>
                <a:gridCol w="1745432">
                  <a:extLst>
                    <a:ext uri="{9D8B030D-6E8A-4147-A177-3AD203B41FA5}">
                      <a16:colId xmlns:a16="http://schemas.microsoft.com/office/drawing/2014/main" val="3755541391"/>
                    </a:ext>
                  </a:extLst>
                </a:gridCol>
              </a:tblGrid>
              <a:tr h="352538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Dose B</a:t>
                      </a:r>
                      <a:endParaRPr lang="en-GB" sz="3600" b="1" dirty="0"/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8034324"/>
                  </a:ext>
                </a:extLst>
              </a:tr>
              <a:tr h="696606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DLT</a:t>
                      </a:r>
                      <a:endParaRPr lang="en-GB" sz="36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No DLT</a:t>
                      </a:r>
                      <a:endParaRPr lang="en-GB" sz="36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5429"/>
                  </a:ext>
                </a:extLst>
              </a:tr>
              <a:tr h="1440000">
                <a:tc rowSpan="2"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Dose A</a:t>
                      </a:r>
                      <a:endParaRPr lang="en-GB" sz="3600" b="1" dirty="0"/>
                    </a:p>
                  </a:txBody>
                  <a:tcPr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DLT</a:t>
                      </a:r>
                      <a:endParaRPr lang="en-GB" sz="3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0217"/>
                  </a:ext>
                </a:extLst>
              </a:tr>
              <a:tr h="1440000">
                <a:tc v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No DLT </a:t>
                      </a:r>
                      <a:endParaRPr lang="en-GB" sz="3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0979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CF8690-7FCF-5851-D915-190EB021F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302931"/>
              </p:ext>
            </p:extLst>
          </p:nvPr>
        </p:nvGraphicFramePr>
        <p:xfrm>
          <a:off x="6193971" y="1077686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550145172"/>
                    </a:ext>
                  </a:extLst>
                </a:gridCol>
              </a:tblGrid>
              <a:tr h="31568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10229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C2EB74B-9F69-D922-30C3-3CB51A47F073}"/>
              </a:ext>
            </a:extLst>
          </p:cNvPr>
          <p:cNvGraphicFramePr>
            <a:graphicFrameLocks noGrp="1"/>
          </p:cNvGraphicFramePr>
          <p:nvPr/>
        </p:nvGraphicFramePr>
        <p:xfrm>
          <a:off x="6161314" y="859971"/>
          <a:ext cx="208280" cy="979715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841382837"/>
                    </a:ext>
                  </a:extLst>
                </a:gridCol>
              </a:tblGrid>
              <a:tr h="97971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208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380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A8645E-B353-3843-A8D2-4C5B5A2F6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029954"/>
              </p:ext>
            </p:extLst>
          </p:nvPr>
        </p:nvGraphicFramePr>
        <p:xfrm>
          <a:off x="1393369" y="102404"/>
          <a:ext cx="7315201" cy="54657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991">
                  <a:extLst>
                    <a:ext uri="{9D8B030D-6E8A-4147-A177-3AD203B41FA5}">
                      <a16:colId xmlns:a16="http://schemas.microsoft.com/office/drawing/2014/main" val="3438912693"/>
                    </a:ext>
                  </a:extLst>
                </a:gridCol>
                <a:gridCol w="2380126">
                  <a:extLst>
                    <a:ext uri="{9D8B030D-6E8A-4147-A177-3AD203B41FA5}">
                      <a16:colId xmlns:a16="http://schemas.microsoft.com/office/drawing/2014/main" val="3664854453"/>
                    </a:ext>
                  </a:extLst>
                </a:gridCol>
                <a:gridCol w="2329542">
                  <a:extLst>
                    <a:ext uri="{9D8B030D-6E8A-4147-A177-3AD203B41FA5}">
                      <a16:colId xmlns:a16="http://schemas.microsoft.com/office/drawing/2014/main" val="2534323452"/>
                    </a:ext>
                  </a:extLst>
                </a:gridCol>
                <a:gridCol w="2329542">
                  <a:extLst>
                    <a:ext uri="{9D8B030D-6E8A-4147-A177-3AD203B41FA5}">
                      <a16:colId xmlns:a16="http://schemas.microsoft.com/office/drawing/2014/main" val="3755541391"/>
                    </a:ext>
                  </a:extLst>
                </a:gridCol>
              </a:tblGrid>
              <a:tr h="213282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Dose B</a:t>
                      </a:r>
                      <a:endParaRPr lang="en-GB" sz="3600" b="1" dirty="0"/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8034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No response</a:t>
                      </a:r>
                      <a:endParaRPr lang="en-GB" sz="36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Response </a:t>
                      </a:r>
                      <a:endParaRPr lang="en-GB" sz="36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5429"/>
                  </a:ext>
                </a:extLst>
              </a:tr>
              <a:tr h="1818494">
                <a:tc rowSpan="2"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Dose A</a:t>
                      </a:r>
                      <a:endParaRPr lang="en-GB" sz="3600" b="1" dirty="0"/>
                    </a:p>
                  </a:txBody>
                  <a:tcPr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No response</a:t>
                      </a:r>
                      <a:endParaRPr lang="en-GB" sz="3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0217"/>
                  </a:ext>
                </a:extLst>
              </a:tr>
              <a:tr h="1818494">
                <a:tc v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Response</a:t>
                      </a:r>
                      <a:endParaRPr lang="en-GB" sz="3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097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520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2B2B47-5FB2-6497-7020-C6C6618B0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850498"/>
              </p:ext>
            </p:extLst>
          </p:nvPr>
        </p:nvGraphicFramePr>
        <p:xfrm>
          <a:off x="925283" y="-714026"/>
          <a:ext cx="10472060" cy="68300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18015">
                  <a:extLst>
                    <a:ext uri="{9D8B030D-6E8A-4147-A177-3AD203B41FA5}">
                      <a16:colId xmlns:a16="http://schemas.microsoft.com/office/drawing/2014/main" val="3438912693"/>
                    </a:ext>
                  </a:extLst>
                </a:gridCol>
                <a:gridCol w="2618015">
                  <a:extLst>
                    <a:ext uri="{9D8B030D-6E8A-4147-A177-3AD203B41FA5}">
                      <a16:colId xmlns:a16="http://schemas.microsoft.com/office/drawing/2014/main" val="3664854453"/>
                    </a:ext>
                  </a:extLst>
                </a:gridCol>
                <a:gridCol w="2618015">
                  <a:extLst>
                    <a:ext uri="{9D8B030D-6E8A-4147-A177-3AD203B41FA5}">
                      <a16:colId xmlns:a16="http://schemas.microsoft.com/office/drawing/2014/main" val="2534323452"/>
                    </a:ext>
                  </a:extLst>
                </a:gridCol>
                <a:gridCol w="2618015">
                  <a:extLst>
                    <a:ext uri="{9D8B030D-6E8A-4147-A177-3AD203B41FA5}">
                      <a16:colId xmlns:a16="http://schemas.microsoft.com/office/drawing/2014/main" val="3755541391"/>
                    </a:ext>
                  </a:extLst>
                </a:gridCol>
              </a:tblGrid>
              <a:tr h="1780036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Dose B</a:t>
                      </a:r>
                      <a:endParaRPr lang="en-GB" sz="3600" b="1" dirty="0"/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8034324"/>
                  </a:ext>
                </a:extLst>
              </a:tr>
              <a:tr h="1013161"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Insufficient intensity</a:t>
                      </a:r>
                      <a:endParaRPr lang="en-GB" sz="36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Sufficient intensity</a:t>
                      </a:r>
                      <a:endParaRPr lang="en-GB" sz="36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5429"/>
                  </a:ext>
                </a:extLst>
              </a:tr>
              <a:tr h="1930663">
                <a:tc rowSpan="2"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Dose A</a:t>
                      </a:r>
                      <a:endParaRPr lang="en-GB" sz="3600" b="1" dirty="0"/>
                    </a:p>
                  </a:txBody>
                  <a:tcPr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Insufficient intensity</a:t>
                      </a:r>
                      <a:endParaRPr lang="en-GB" sz="3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0217"/>
                  </a:ext>
                </a:extLst>
              </a:tr>
              <a:tr h="1930663">
                <a:tc v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Sufficient intensity</a:t>
                      </a:r>
                      <a:endParaRPr lang="en-GB" sz="3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097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822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180C87-3351-B7CE-3559-B295AA07F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635809"/>
              </p:ext>
            </p:extLst>
          </p:nvPr>
        </p:nvGraphicFramePr>
        <p:xfrm>
          <a:off x="1219200" y="0"/>
          <a:ext cx="8439093" cy="65609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3438912693"/>
                    </a:ext>
                  </a:extLst>
                </a:gridCol>
                <a:gridCol w="564684">
                  <a:extLst>
                    <a:ext uri="{9D8B030D-6E8A-4147-A177-3AD203B41FA5}">
                      <a16:colId xmlns:a16="http://schemas.microsoft.com/office/drawing/2014/main" val="2748814544"/>
                    </a:ext>
                  </a:extLst>
                </a:gridCol>
                <a:gridCol w="545659">
                  <a:extLst>
                    <a:ext uri="{9D8B030D-6E8A-4147-A177-3AD203B41FA5}">
                      <a16:colId xmlns:a16="http://schemas.microsoft.com/office/drawing/2014/main" val="3664854453"/>
                    </a:ext>
                  </a:extLst>
                </a:gridCol>
                <a:gridCol w="1199050">
                  <a:extLst>
                    <a:ext uri="{9D8B030D-6E8A-4147-A177-3AD203B41FA5}">
                      <a16:colId xmlns:a16="http://schemas.microsoft.com/office/drawing/2014/main" val="2534323452"/>
                    </a:ext>
                  </a:extLst>
                </a:gridCol>
                <a:gridCol w="1199050">
                  <a:extLst>
                    <a:ext uri="{9D8B030D-6E8A-4147-A177-3AD203B41FA5}">
                      <a16:colId xmlns:a16="http://schemas.microsoft.com/office/drawing/2014/main" val="3755541391"/>
                    </a:ext>
                  </a:extLst>
                </a:gridCol>
                <a:gridCol w="1199050">
                  <a:extLst>
                    <a:ext uri="{9D8B030D-6E8A-4147-A177-3AD203B41FA5}">
                      <a16:colId xmlns:a16="http://schemas.microsoft.com/office/drawing/2014/main" val="3242515502"/>
                    </a:ext>
                  </a:extLst>
                </a:gridCol>
                <a:gridCol w="1199050">
                  <a:extLst>
                    <a:ext uri="{9D8B030D-6E8A-4147-A177-3AD203B41FA5}">
                      <a16:colId xmlns:a16="http://schemas.microsoft.com/office/drawing/2014/main" val="1521749116"/>
                    </a:ext>
                  </a:extLst>
                </a:gridCol>
                <a:gridCol w="1199050">
                  <a:extLst>
                    <a:ext uri="{9D8B030D-6E8A-4147-A177-3AD203B41FA5}">
                      <a16:colId xmlns:a16="http://schemas.microsoft.com/office/drawing/2014/main" val="3629567631"/>
                    </a:ext>
                  </a:extLst>
                </a:gridCol>
              </a:tblGrid>
              <a:tr h="432601"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Dose B</a:t>
                      </a:r>
                      <a:endParaRPr lang="en-GB" sz="3600" b="1" dirty="0"/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8034324"/>
                  </a:ext>
                </a:extLst>
              </a:tr>
              <a:tr h="610105"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/>
                        <a:t>FACT-GP5 score of… </a:t>
                      </a:r>
                      <a:endParaRPr lang="en-GB" sz="36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1984467"/>
                  </a:ext>
                </a:extLst>
              </a:tr>
              <a:tr h="610105"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4</a:t>
                      </a:r>
                      <a:endParaRPr lang="en-GB" sz="36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3</a:t>
                      </a:r>
                      <a:endParaRPr lang="en-GB" sz="36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</a:t>
                      </a:r>
                      <a:endParaRPr lang="en-GB" sz="36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1</a:t>
                      </a:r>
                      <a:endParaRPr lang="en-GB" sz="36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0</a:t>
                      </a:r>
                      <a:endParaRPr lang="en-GB" sz="36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5429"/>
                  </a:ext>
                </a:extLst>
              </a:tr>
              <a:tr h="928150">
                <a:tc rowSpan="5"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Dose A</a:t>
                      </a:r>
                      <a:endParaRPr lang="en-GB" sz="3600" b="1" dirty="0"/>
                    </a:p>
                  </a:txBody>
                  <a:tcPr vert="vert270" anchor="b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FACT-GP5 score of… </a:t>
                      </a:r>
                      <a:endParaRPr lang="en-GB" sz="3600" b="1" dirty="0"/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4</a:t>
                      </a:r>
                      <a:endParaRPr lang="en-GB" sz="3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640217"/>
                  </a:ext>
                </a:extLst>
              </a:tr>
              <a:tr h="9281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3</a:t>
                      </a:r>
                      <a:endParaRPr lang="en-GB" sz="3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554209"/>
                  </a:ext>
                </a:extLst>
              </a:tr>
              <a:tr h="9281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2</a:t>
                      </a:r>
                      <a:endParaRPr lang="en-GB" sz="3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213265"/>
                  </a:ext>
                </a:extLst>
              </a:tr>
              <a:tr h="92815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1</a:t>
                      </a:r>
                      <a:endParaRPr lang="en-GB" sz="3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584504"/>
                  </a:ext>
                </a:extLst>
              </a:tr>
              <a:tr h="928150">
                <a:tc v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0</a:t>
                      </a:r>
                      <a:endParaRPr lang="en-GB" sz="36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097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0290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9E9084-7647-F7FA-D395-4C8F442B3FC4}"/>
              </a:ext>
            </a:extLst>
          </p:cNvPr>
          <p:cNvCxnSpPr>
            <a:cxnSpLocks/>
          </p:cNvCxnSpPr>
          <p:nvPr/>
        </p:nvCxnSpPr>
        <p:spPr>
          <a:xfrm flipV="1">
            <a:off x="7742561" y="1817914"/>
            <a:ext cx="0" cy="2044116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EE5773C-44A9-4732-4246-ECCD18C29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21132" cy="3684911"/>
          </a:xfrm>
          <a:prstGeom prst="rect">
            <a:avLst/>
          </a:prstGeom>
          <a:scene3d>
            <a:camera prst="orthographicFront">
              <a:rot lat="1602000" lon="20028000" rev="20610000"/>
            </a:camera>
            <a:lightRig rig="threePt" dir="t"/>
          </a:scene3d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D34CD4-6247-4ED3-1B37-E42AEE22AE01}"/>
              </a:ext>
            </a:extLst>
          </p:cNvPr>
          <p:cNvCxnSpPr>
            <a:cxnSpLocks/>
          </p:cNvCxnSpPr>
          <p:nvPr/>
        </p:nvCxnSpPr>
        <p:spPr>
          <a:xfrm flipV="1">
            <a:off x="1755940" y="3367524"/>
            <a:ext cx="0" cy="13081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082956-265F-3A78-D6A4-96715331A934}"/>
              </a:ext>
            </a:extLst>
          </p:cNvPr>
          <p:cNvCxnSpPr>
            <a:cxnSpLocks/>
          </p:cNvCxnSpPr>
          <p:nvPr/>
        </p:nvCxnSpPr>
        <p:spPr>
          <a:xfrm flipV="1">
            <a:off x="2280873" y="3415784"/>
            <a:ext cx="0" cy="38100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342350-CD47-3419-02A8-0C245DF9AEBE}"/>
              </a:ext>
            </a:extLst>
          </p:cNvPr>
          <p:cNvCxnSpPr>
            <a:cxnSpLocks/>
            <a:stCxn id="10" idx="1"/>
          </p:cNvCxnSpPr>
          <p:nvPr/>
        </p:nvCxnSpPr>
        <p:spPr>
          <a:xfrm flipV="1">
            <a:off x="2731704" y="3444359"/>
            <a:ext cx="0" cy="688979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E85901-0C50-C137-F7FE-A9D2B4D1A99C}"/>
              </a:ext>
            </a:extLst>
          </p:cNvPr>
          <p:cNvCxnSpPr>
            <a:cxnSpLocks/>
          </p:cNvCxnSpPr>
          <p:nvPr/>
        </p:nvCxnSpPr>
        <p:spPr>
          <a:xfrm flipV="1">
            <a:off x="3218556" y="3475684"/>
            <a:ext cx="0" cy="32110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12433A-9B41-288D-4B2E-4CBDEFBA9C4A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3707469" y="3233057"/>
            <a:ext cx="0" cy="242628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ight Brace 9">
            <a:extLst>
              <a:ext uri="{FF2B5EF4-FFF2-40B4-BE49-F238E27FC236}">
                <a16:creationId xmlns:a16="http://schemas.microsoft.com/office/drawing/2014/main" id="{24300E46-5C03-8866-F22D-D66431A97FAF}"/>
              </a:ext>
            </a:extLst>
          </p:cNvPr>
          <p:cNvSpPr/>
          <p:nvPr/>
        </p:nvSpPr>
        <p:spPr>
          <a:xfrm rot="5400000">
            <a:off x="2402877" y="2828746"/>
            <a:ext cx="657653" cy="1951530"/>
          </a:xfrm>
          <a:prstGeom prst="rightBrace">
            <a:avLst>
              <a:gd name="adj1" fmla="val 50817"/>
              <a:gd name="adj2" fmla="val 50000"/>
            </a:avLst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FBFA2B-4540-1959-3808-E2F6077E4EE9}"/>
              </a:ext>
            </a:extLst>
          </p:cNvPr>
          <p:cNvCxnSpPr>
            <a:cxnSpLocks/>
          </p:cNvCxnSpPr>
          <p:nvPr/>
        </p:nvCxnSpPr>
        <p:spPr>
          <a:xfrm flipV="1">
            <a:off x="1755938" y="1262743"/>
            <a:ext cx="0" cy="329115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42A496-5764-4C08-B37C-BCA25EDA4947}"/>
              </a:ext>
            </a:extLst>
          </p:cNvPr>
          <p:cNvCxnSpPr>
            <a:cxnSpLocks/>
          </p:cNvCxnSpPr>
          <p:nvPr/>
        </p:nvCxnSpPr>
        <p:spPr>
          <a:xfrm flipV="1">
            <a:off x="2279178" y="1817914"/>
            <a:ext cx="0" cy="25421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7EE420-3C7E-6C8E-090C-4C947817F914}"/>
              </a:ext>
            </a:extLst>
          </p:cNvPr>
          <p:cNvCxnSpPr>
            <a:cxnSpLocks/>
          </p:cNvCxnSpPr>
          <p:nvPr/>
        </p:nvCxnSpPr>
        <p:spPr>
          <a:xfrm flipV="1">
            <a:off x="2740169" y="2286000"/>
            <a:ext cx="0" cy="268724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E73B7F-8706-A629-8A39-F1A299E26703}"/>
              </a:ext>
            </a:extLst>
          </p:cNvPr>
          <p:cNvCxnSpPr>
            <a:cxnSpLocks/>
          </p:cNvCxnSpPr>
          <p:nvPr/>
        </p:nvCxnSpPr>
        <p:spPr>
          <a:xfrm flipV="1">
            <a:off x="3218556" y="2743200"/>
            <a:ext cx="0" cy="289044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41684A-7610-5434-A388-1E1D1EC5267F}"/>
              </a:ext>
            </a:extLst>
          </p:cNvPr>
          <p:cNvCxnSpPr>
            <a:stCxn id="10" idx="1"/>
          </p:cNvCxnSpPr>
          <p:nvPr/>
        </p:nvCxnSpPr>
        <p:spPr>
          <a:xfrm>
            <a:off x="2731704" y="4133338"/>
            <a:ext cx="8465" cy="219071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D0C2B2A-5F0E-4CB9-A369-28BC43648CF8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9248936" y="3032244"/>
            <a:ext cx="0" cy="829788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ight Brace 21">
            <a:extLst>
              <a:ext uri="{FF2B5EF4-FFF2-40B4-BE49-F238E27FC236}">
                <a16:creationId xmlns:a16="http://schemas.microsoft.com/office/drawing/2014/main" id="{16BDC72E-9863-F70B-B85C-D6AA298E3CE6}"/>
              </a:ext>
            </a:extLst>
          </p:cNvPr>
          <p:cNvSpPr/>
          <p:nvPr/>
        </p:nvSpPr>
        <p:spPr>
          <a:xfrm rot="5400000">
            <a:off x="8211708" y="3392884"/>
            <a:ext cx="568080" cy="1506375"/>
          </a:xfrm>
          <a:prstGeom prst="rightBrace">
            <a:avLst>
              <a:gd name="adj1" fmla="val 50817"/>
              <a:gd name="adj2" fmla="val 50000"/>
            </a:avLst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9E429F-6A42-3A2A-8EB4-7D10C1179623}"/>
              </a:ext>
            </a:extLst>
          </p:cNvPr>
          <p:cNvCxnSpPr>
            <a:cxnSpLocks/>
            <a:stCxn id="22" idx="1"/>
          </p:cNvCxnSpPr>
          <p:nvPr/>
        </p:nvCxnSpPr>
        <p:spPr>
          <a:xfrm>
            <a:off x="8495748" y="4430112"/>
            <a:ext cx="0" cy="199038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30EEDB8-43FC-7562-3974-2AE236B16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085" y="0"/>
            <a:ext cx="5321865" cy="3862030"/>
          </a:xfrm>
          <a:prstGeom prst="rect">
            <a:avLst/>
          </a:prstGeom>
          <a:scene3d>
            <a:camera prst="orthographicFront">
              <a:rot lat="1600247" lon="20028930" rev="206072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049625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Brace 9">
            <a:extLst>
              <a:ext uri="{FF2B5EF4-FFF2-40B4-BE49-F238E27FC236}">
                <a16:creationId xmlns:a16="http://schemas.microsoft.com/office/drawing/2014/main" id="{9DE78105-898B-8193-3CA1-9836A32B02D8}"/>
              </a:ext>
            </a:extLst>
          </p:cNvPr>
          <p:cNvSpPr/>
          <p:nvPr/>
        </p:nvSpPr>
        <p:spPr>
          <a:xfrm rot="5400000">
            <a:off x="8211708" y="3392884"/>
            <a:ext cx="568080" cy="1506375"/>
          </a:xfrm>
          <a:prstGeom prst="rightBrace">
            <a:avLst>
              <a:gd name="adj1" fmla="val 50817"/>
              <a:gd name="adj2" fmla="val 50000"/>
            </a:avLst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7DD010-FFA6-1A10-F3A8-CAB8A95F3DD3}"/>
              </a:ext>
            </a:extLst>
          </p:cNvPr>
          <p:cNvCxnSpPr>
            <a:cxnSpLocks/>
          </p:cNvCxnSpPr>
          <p:nvPr/>
        </p:nvCxnSpPr>
        <p:spPr>
          <a:xfrm flipV="1">
            <a:off x="7742561" y="1915886"/>
            <a:ext cx="0" cy="1946146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2362B0-3D7D-56E7-65DC-F2885FB85BA2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9248936" y="2995969"/>
            <a:ext cx="0" cy="866063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7195B0-6354-B896-AEE2-A78D6E6DA218}"/>
              </a:ext>
            </a:extLst>
          </p:cNvPr>
          <p:cNvCxnSpPr>
            <a:cxnSpLocks/>
          </p:cNvCxnSpPr>
          <p:nvPr/>
        </p:nvCxnSpPr>
        <p:spPr>
          <a:xfrm>
            <a:off x="8495748" y="4430112"/>
            <a:ext cx="0" cy="199038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8D491167-118B-E5B9-144F-2B6BB39784A2}"/>
              </a:ext>
            </a:extLst>
          </p:cNvPr>
          <p:cNvSpPr/>
          <p:nvPr/>
        </p:nvSpPr>
        <p:spPr>
          <a:xfrm rot="5400000">
            <a:off x="2836325" y="4434801"/>
            <a:ext cx="568080" cy="1506375"/>
          </a:xfrm>
          <a:prstGeom prst="rightBrace">
            <a:avLst>
              <a:gd name="adj1" fmla="val 50817"/>
              <a:gd name="adj2" fmla="val 50000"/>
            </a:avLst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F64FAFB-F81A-402B-5CEC-33C331743816}"/>
              </a:ext>
            </a:extLst>
          </p:cNvPr>
          <p:cNvCxnSpPr>
            <a:cxnSpLocks/>
          </p:cNvCxnSpPr>
          <p:nvPr/>
        </p:nvCxnSpPr>
        <p:spPr>
          <a:xfrm flipV="1">
            <a:off x="2367178" y="2995969"/>
            <a:ext cx="0" cy="190798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3CB693-88A8-EFB7-0E63-A188CD257C6F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3873553" y="4005943"/>
            <a:ext cx="0" cy="898006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921BCF-2AF3-ECF6-2CB5-B9644432DCAE}"/>
              </a:ext>
            </a:extLst>
          </p:cNvPr>
          <p:cNvCxnSpPr>
            <a:cxnSpLocks/>
          </p:cNvCxnSpPr>
          <p:nvPr/>
        </p:nvCxnSpPr>
        <p:spPr>
          <a:xfrm>
            <a:off x="3120623" y="5433929"/>
            <a:ext cx="0" cy="199038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4983CD1D-54C8-43BB-7924-5097C865DD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55" t="12181"/>
          <a:stretch>
            <a:fillRect/>
          </a:stretch>
        </p:blipFill>
        <p:spPr>
          <a:xfrm>
            <a:off x="5596896" y="469431"/>
            <a:ext cx="4839164" cy="3327353"/>
          </a:xfrm>
          <a:prstGeom prst="rect">
            <a:avLst/>
          </a:prstGeom>
          <a:scene3d>
            <a:camera prst="orthographicFront">
              <a:rot lat="1602000" lon="20028000" rev="20610000"/>
            </a:camera>
            <a:lightRig rig="threePt" dir="t"/>
          </a:scene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17032F-D08F-3644-3DE8-140361FF028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l="24861" t="24823"/>
          <a:stretch>
            <a:fillRect/>
          </a:stretch>
        </p:blipFill>
        <p:spPr>
          <a:xfrm>
            <a:off x="209899" y="1543510"/>
            <a:ext cx="4839163" cy="3162095"/>
          </a:xfrm>
          <a:prstGeom prst="rect">
            <a:avLst/>
          </a:prstGeom>
          <a:scene3d>
            <a:camera prst="orthographicFront">
              <a:rot lat="1602000" lon="20028000" rev="206100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991005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59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Alger</dc:creator>
  <cp:lastModifiedBy>Emily Alger</cp:lastModifiedBy>
  <cp:revision>1</cp:revision>
  <dcterms:created xsi:type="dcterms:W3CDTF">2025-09-16T15:51:55Z</dcterms:created>
  <dcterms:modified xsi:type="dcterms:W3CDTF">2025-09-18T11:48:18Z</dcterms:modified>
</cp:coreProperties>
</file>